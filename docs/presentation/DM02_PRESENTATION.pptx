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diagrams/colors1.xml" ContentType="application/vnd.openxmlformats-officedocument.drawingml.diagramColors+xml"/>
  <Override PartName="/ppt/diagrams/colors2.xml" ContentType="application/vnd.openxmlformats-officedocument.drawingml.diagramColors+xml"/>
  <Override PartName="/ppt/diagrams/colors3.xml" ContentType="application/vnd.openxmlformats-officedocument.drawingml.diagramColors+xml"/>
  <Override PartName="/ppt/diagrams/colors4.xml" ContentType="application/vnd.openxmlformats-officedocument.drawingml.diagramColors+xml"/>
  <Override PartName="/ppt/diagrams/data1.xml" ContentType="application/vnd.openxmlformats-officedocument.drawingml.diagramData+xml"/>
  <Override PartName="/ppt/diagrams/data2.xml" ContentType="application/vnd.openxmlformats-officedocument.drawingml.diagramData+xml"/>
  <Override PartName="/ppt/diagrams/data3.xml" ContentType="application/vnd.openxmlformats-officedocument.drawingml.diagramData+xml"/>
  <Override PartName="/ppt/diagrams/data4.xml" ContentType="application/vnd.openxmlformats-officedocument.drawingml.diagramData+xml"/>
  <Override PartName="/ppt/diagrams/drawing1.xml" ContentType="application/vnd.ms-office.drawingml.diagramDrawing+xml"/>
  <Override PartName="/ppt/diagrams/drawing2.xml" ContentType="application/vnd.ms-office.drawingml.diagramDrawing+xml"/>
  <Override PartName="/ppt/diagrams/drawing3.xml" ContentType="application/vnd.ms-office.drawingml.diagramDrawing+xml"/>
  <Override PartName="/ppt/diagrams/drawing4.xml" ContentType="application/vnd.ms-office.drawingml.diagramDrawing+xml"/>
  <Override PartName="/ppt/diagrams/layout1.xml" ContentType="application/vnd.openxmlformats-officedocument.drawingml.diagramLayout+xml"/>
  <Override PartName="/ppt/diagrams/layout2.xml" ContentType="application/vnd.openxmlformats-officedocument.drawingml.diagramLayout+xml"/>
  <Override PartName="/ppt/diagrams/layout3.xml" ContentType="application/vnd.openxmlformats-officedocument.drawingml.diagramLayout+xml"/>
  <Override PartName="/ppt/diagrams/layout4.xml" ContentType="application/vnd.openxmlformats-officedocument.drawingml.diagramLayout+xml"/>
  <Override PartName="/ppt/diagrams/quickStyle1.xml" ContentType="application/vnd.openxmlformats-officedocument.drawingml.diagramStyle+xml"/>
  <Override PartName="/ppt/diagrams/quickStyle2.xml" ContentType="application/vnd.openxmlformats-officedocument.drawingml.diagramStyle+xml"/>
  <Override PartName="/ppt/diagrams/quickStyle3.xml" ContentType="application/vnd.openxmlformats-officedocument.drawingml.diagramStyle+xml"/>
  <Override PartName="/ppt/diagrams/quickStyle4.xml" ContentType="application/vnd.openxmlformats-officedocument.drawingml.diagramStyle+xml"/>
  <Override PartName="/ppt/media/image1.svg" ContentType="image/svg+xml"/>
  <Override PartName="/ppt/media/image15.svg" ContentType="image/svg+xml"/>
  <Override PartName="/ppt/media/image16.svg" ContentType="image/svg+xml"/>
  <Override PartName="/ppt/media/image17.svg" ContentType="image/svg+xml"/>
  <Override PartName="/ppt/media/image2.svg" ContentType="image/svg+xml"/>
  <Override PartName="/ppt/media/image4.svg" ContentType="image/svg+xml"/>
  <Override PartName="/ppt/media/image5.svg" ContentType="image/svg+xml"/>
  <Override PartName="/ppt/media/image6.svg" ContentType="image/svg+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74" r:id="rId2"/>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p:scale>
          <a:sx n="75" d="100"/>
          <a:sy n="75" d="100"/>
        </p:scale>
        <p:origin x="91" y="19"/>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diagrams/_rels/data2.xml.rels><?xml version='1.0' encoding='UTF-8' standalone='yes'?>
<Relationships xmlns="http://schemas.openxmlformats.org/package/2006/relationships"><Relationship Id="rId1" Type="http://schemas.openxmlformats.org/officeDocument/2006/relationships/image" Target="../media/image4.svg"/><Relationship Id="rId2" Type="http://schemas.openxmlformats.org/officeDocument/2006/relationships/image" Target="../media/image5.svg"/><Relationship Id="rId3" Type="http://schemas.openxmlformats.org/officeDocument/2006/relationships/image" Target="../media/image6.svg"/></Relationships>
</file>

<file path=ppt/diagrams/_rels/data4.xml.rels><?xml version='1.0' encoding='UTF-8' standalone='yes'?>
<Relationships xmlns="http://schemas.openxmlformats.org/package/2006/relationships"><Relationship Id="rId1" Type="http://schemas.openxmlformats.org/officeDocument/2006/relationships/image" Target="../media/image4.svg"/><Relationship Id="rId2" Type="http://schemas.openxmlformats.org/officeDocument/2006/relationships/image" Target="../media/image15.svg"/><Relationship Id="rId3" Type="http://schemas.openxmlformats.org/officeDocument/2006/relationships/image" Target="../media/image16.svg"/></Relationships>
</file>

<file path=ppt/diagrams/_rels/drawing2.xml.rels><?xml version='1.0' encoding='UTF-8' standalone='yes'?>
<Relationships xmlns="http://schemas.openxmlformats.org/package/2006/relationships"><Relationship Id="rId1" Type="http://schemas.openxmlformats.org/officeDocument/2006/relationships/image" Target="../media/image4.svg"/><Relationship Id="rId2" Type="http://schemas.openxmlformats.org/officeDocument/2006/relationships/image" Target="../media/image5.svg"/><Relationship Id="rId3" Type="http://schemas.openxmlformats.org/officeDocument/2006/relationships/image" Target="../media/image6.svg"/></Relationships>
</file>

<file path=ppt/diagrams/_rels/drawing4.xml.rels><?xml version='1.0' encoding='UTF-8' standalone='yes'?>
<Relationships xmlns="http://schemas.openxmlformats.org/package/2006/relationships"><Relationship Id="rId1" Type="http://schemas.openxmlformats.org/officeDocument/2006/relationships/image" Target="../media/image4.svg"/><Relationship Id="rId2" Type="http://schemas.openxmlformats.org/officeDocument/2006/relationships/image" Target="../media/image15.svg"/><Relationship Id="rId3" Type="http://schemas.openxmlformats.org/officeDocument/2006/relationships/image" Target="../media/image16.svg"/></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colored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accent2">
        <a:alpha val="0"/>
      </a:schemeClr>
    </dgm:fillClrLst>
    <dgm:linClrLst meth="repeat">
      <a:schemeClr val="accent2">
        <a:alpha val="0"/>
      </a:schemeClr>
    </dgm:linClrLst>
    <dgm:effectClrLst/>
    <dgm:txLinClrLst/>
    <dgm:txFillClrLst meth="repeat">
      <a:schemeClr val="accent2"/>
      <a:schemeClr val="accent3"/>
      <a:schemeClr val="accent4"/>
      <a:schemeClr val="accent5"/>
      <a:schemeClr val="accent6"/>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data1.xml><?xml version="1.0" encoding="utf-8"?>
<dgm:dataModel xmlns:dgm="http://schemas.openxmlformats.org/drawingml/2006/diagram" xmlns:a="http://schemas.openxmlformats.org/drawingml/2006/main">
  <dgm:ptLst>
    <dgm:pt modelId="{7DAE55B9-8ADD-4AF2-BAFA-C1CB7DC9EEFF}" type="doc">
      <dgm:prSet loTypeId="urn:microsoft.com/office/officeart/2008/layout/LinedList" loCatId="list" qsTypeId="urn:microsoft.com/office/officeart/2005/8/quickstyle/simple1" qsCatId="simple" csTypeId="urn:microsoft.com/office/officeart/2005/8/colors/colorful1" csCatId="colorful" phldr="1"/>
      <dgm:spPr/>
      <dgm:t>
        <a:bodyPr/>
        <a:lstStyle/>
        <a:p>
          <a:endParaRPr lang="en-US"/>
        </a:p>
      </dgm:t>
    </dgm:pt>
    <dgm:pt modelId="{F0F4932D-65CE-48BA-861F-FE9D703DE876}">
      <dgm:prSet/>
      <dgm:spPr/>
      <dgm:t>
        <a:bodyPr/>
        <a:lstStyle/>
        <a:p>
          <a:r>
            <a:rPr lang="en-US"/>
            <a:t>SmartMove transportation systems follow nine co-operational areas that we can divide into three categories</a:t>
          </a:r>
        </a:p>
      </dgm:t>
    </dgm:pt>
    <dgm:pt modelId="{AD118C76-C844-47DF-A725-6C9D4FB60C06}" type="parTrans" cxnId="{E078A991-6B86-46A7-926F-A848C424014F}">
      <dgm:prSet/>
      <dgm:spPr/>
      <dgm:t>
        <a:bodyPr/>
        <a:lstStyle/>
        <a:p>
          <a:endParaRPr lang="en-US"/>
        </a:p>
      </dgm:t>
    </dgm:pt>
    <dgm:pt modelId="{03CBED8C-FD32-4A1C-AD0F-DF850F1321F0}" type="sibTrans" cxnId="{E078A991-6B86-46A7-926F-A848C424014F}">
      <dgm:prSet/>
      <dgm:spPr/>
      <dgm:t>
        <a:bodyPr/>
        <a:lstStyle/>
        <a:p>
          <a:endParaRPr lang="en-US"/>
        </a:p>
      </dgm:t>
    </dgm:pt>
    <dgm:pt modelId="{872AB022-6E3E-4558-B0FB-E31C9517CF44}">
      <dgm:prSet/>
      <dgm:spPr/>
      <dgm:t>
        <a:bodyPr/>
        <a:lstStyle/>
        <a:p>
          <a:r>
            <a:rPr lang="en-US"/>
            <a:t>1 Master Data – driver , route , vehicle, passenger management</a:t>
          </a:r>
        </a:p>
      </dgm:t>
    </dgm:pt>
    <dgm:pt modelId="{7FC87809-0F9F-44D0-8359-2CDE7703D3C7}" type="parTrans" cxnId="{81F0696A-6F3F-4F9D-BD8A-BCF869E7A71B}">
      <dgm:prSet/>
      <dgm:spPr/>
      <dgm:t>
        <a:bodyPr/>
        <a:lstStyle/>
        <a:p>
          <a:endParaRPr lang="en-US"/>
        </a:p>
      </dgm:t>
    </dgm:pt>
    <dgm:pt modelId="{45D799CB-5889-4AFE-8B50-399D288D6674}" type="sibTrans" cxnId="{81F0696A-6F3F-4F9D-BD8A-BCF869E7A71B}">
      <dgm:prSet/>
      <dgm:spPr/>
      <dgm:t>
        <a:bodyPr/>
        <a:lstStyle/>
        <a:p>
          <a:endParaRPr lang="en-US"/>
        </a:p>
      </dgm:t>
    </dgm:pt>
    <dgm:pt modelId="{2224792A-32A1-484E-9076-1D7330993D18}">
      <dgm:prSet/>
      <dgm:spPr/>
      <dgm:t>
        <a:bodyPr/>
        <a:lstStyle/>
        <a:p>
          <a:r>
            <a:rPr lang="en-US" dirty="0"/>
            <a:t>2 Transactional Data – trip scheduling , ticket booking, payment, maintenance management </a:t>
          </a:r>
        </a:p>
      </dgm:t>
    </dgm:pt>
    <dgm:pt modelId="{AF7DF772-A033-47B8-AE1A-FE6903A005E0}" type="parTrans" cxnId="{C0CA1595-3144-4A83-99F1-2242E0D93C30}">
      <dgm:prSet/>
      <dgm:spPr/>
      <dgm:t>
        <a:bodyPr/>
        <a:lstStyle/>
        <a:p>
          <a:endParaRPr lang="en-US"/>
        </a:p>
      </dgm:t>
    </dgm:pt>
    <dgm:pt modelId="{4AA34CF3-7606-4DB9-9161-6FB92B4C2EE6}" type="sibTrans" cxnId="{C0CA1595-3144-4A83-99F1-2242E0D93C30}">
      <dgm:prSet/>
      <dgm:spPr/>
      <dgm:t>
        <a:bodyPr/>
        <a:lstStyle/>
        <a:p>
          <a:endParaRPr lang="en-US"/>
        </a:p>
      </dgm:t>
    </dgm:pt>
    <dgm:pt modelId="{3E7AAC88-46B1-4898-9629-4D1CDBC77983}">
      <dgm:prSet/>
      <dgm:spPr/>
      <dgm:t>
        <a:bodyPr/>
        <a:lstStyle/>
        <a:p>
          <a:r>
            <a:rPr lang="en-US"/>
            <a:t>3 Dynamic Data – feedback and review management </a:t>
          </a:r>
          <a:endParaRPr lang="en-US" dirty="0"/>
        </a:p>
      </dgm:t>
    </dgm:pt>
    <dgm:pt modelId="{53D9484A-A91B-4D86-A08C-5D817A46D8CA}" type="parTrans" cxnId="{E36772A3-22B7-4607-A570-0D8C808CD178}">
      <dgm:prSet/>
      <dgm:spPr/>
      <dgm:t>
        <a:bodyPr/>
        <a:lstStyle/>
        <a:p>
          <a:endParaRPr lang="en-US"/>
        </a:p>
      </dgm:t>
    </dgm:pt>
    <dgm:pt modelId="{601D82D3-0BA1-4207-9B7F-5D0CD63CCE17}" type="sibTrans" cxnId="{E36772A3-22B7-4607-A570-0D8C808CD178}">
      <dgm:prSet/>
      <dgm:spPr/>
      <dgm:t>
        <a:bodyPr/>
        <a:lstStyle/>
        <a:p>
          <a:endParaRPr lang="en-US"/>
        </a:p>
      </dgm:t>
    </dgm:pt>
    <dgm:pt modelId="{E4AE470E-BE59-4092-BF34-5664F9A270A5}" type="pres">
      <dgm:prSet presAssocID="{7DAE55B9-8ADD-4AF2-BAFA-C1CB7DC9EEFF}" presName="vert0" presStyleCnt="0">
        <dgm:presLayoutVars>
          <dgm:dir/>
          <dgm:animOne val="branch"/>
          <dgm:animLvl val="lvl"/>
        </dgm:presLayoutVars>
      </dgm:prSet>
      <dgm:spPr/>
    </dgm:pt>
    <dgm:pt modelId="{FE0255C7-6D25-40AF-A94A-7A511FE21E6A}" type="pres">
      <dgm:prSet presAssocID="{F0F4932D-65CE-48BA-861F-FE9D703DE876}" presName="thickLine" presStyleLbl="alignNode1" presStyleIdx="0" presStyleCnt="4"/>
      <dgm:spPr/>
    </dgm:pt>
    <dgm:pt modelId="{8480A151-BD04-45AF-B42A-24B9ADCDD581}" type="pres">
      <dgm:prSet presAssocID="{F0F4932D-65CE-48BA-861F-FE9D703DE876}" presName="horz1" presStyleCnt="0"/>
      <dgm:spPr/>
    </dgm:pt>
    <dgm:pt modelId="{561A4296-1145-4442-9D2C-27F4AC5C4D29}" type="pres">
      <dgm:prSet presAssocID="{F0F4932D-65CE-48BA-861F-FE9D703DE876}" presName="tx1" presStyleLbl="revTx" presStyleIdx="0" presStyleCnt="4"/>
      <dgm:spPr/>
    </dgm:pt>
    <dgm:pt modelId="{473EC2A0-B8DF-4FE7-A0FD-A67C86E7D62D}" type="pres">
      <dgm:prSet presAssocID="{F0F4932D-65CE-48BA-861F-FE9D703DE876}" presName="vert1" presStyleCnt="0"/>
      <dgm:spPr/>
    </dgm:pt>
    <dgm:pt modelId="{B1ED00FF-018F-4F3F-8512-2F256372DE30}" type="pres">
      <dgm:prSet presAssocID="{872AB022-6E3E-4558-B0FB-E31C9517CF44}" presName="thickLine" presStyleLbl="alignNode1" presStyleIdx="1" presStyleCnt="4"/>
      <dgm:spPr/>
    </dgm:pt>
    <dgm:pt modelId="{91543D0E-76EC-417C-BD25-081A1EB54200}" type="pres">
      <dgm:prSet presAssocID="{872AB022-6E3E-4558-B0FB-E31C9517CF44}" presName="horz1" presStyleCnt="0"/>
      <dgm:spPr/>
    </dgm:pt>
    <dgm:pt modelId="{65C376F6-462F-42DA-A565-1875BC3927A0}" type="pres">
      <dgm:prSet presAssocID="{872AB022-6E3E-4558-B0FB-E31C9517CF44}" presName="tx1" presStyleLbl="revTx" presStyleIdx="1" presStyleCnt="4"/>
      <dgm:spPr/>
    </dgm:pt>
    <dgm:pt modelId="{398F307C-6AD7-4884-9E48-4EA06347F041}" type="pres">
      <dgm:prSet presAssocID="{872AB022-6E3E-4558-B0FB-E31C9517CF44}" presName="vert1" presStyleCnt="0"/>
      <dgm:spPr/>
    </dgm:pt>
    <dgm:pt modelId="{20C026C3-3BE2-4D80-B352-357D8C424436}" type="pres">
      <dgm:prSet presAssocID="{2224792A-32A1-484E-9076-1D7330993D18}" presName="thickLine" presStyleLbl="alignNode1" presStyleIdx="2" presStyleCnt="4"/>
      <dgm:spPr/>
    </dgm:pt>
    <dgm:pt modelId="{C7A32195-31A6-434A-9731-090785AE1BCE}" type="pres">
      <dgm:prSet presAssocID="{2224792A-32A1-484E-9076-1D7330993D18}" presName="horz1" presStyleCnt="0"/>
      <dgm:spPr/>
    </dgm:pt>
    <dgm:pt modelId="{9D10CCB8-0EDB-462D-9F28-FADDC16413C4}" type="pres">
      <dgm:prSet presAssocID="{2224792A-32A1-484E-9076-1D7330993D18}" presName="tx1" presStyleLbl="revTx" presStyleIdx="2" presStyleCnt="4"/>
      <dgm:spPr/>
    </dgm:pt>
    <dgm:pt modelId="{BB04E4C8-8872-4772-917D-E1AF458679F6}" type="pres">
      <dgm:prSet presAssocID="{2224792A-32A1-484E-9076-1D7330993D18}" presName="vert1" presStyleCnt="0"/>
      <dgm:spPr/>
    </dgm:pt>
    <dgm:pt modelId="{BB2C309C-F1D1-4DB1-84E8-6FC8C54B8A87}" type="pres">
      <dgm:prSet presAssocID="{3E7AAC88-46B1-4898-9629-4D1CDBC77983}" presName="thickLine" presStyleLbl="alignNode1" presStyleIdx="3" presStyleCnt="4"/>
      <dgm:spPr/>
    </dgm:pt>
    <dgm:pt modelId="{EADD8EC6-A2AE-4801-A95E-6DDDD8273021}" type="pres">
      <dgm:prSet presAssocID="{3E7AAC88-46B1-4898-9629-4D1CDBC77983}" presName="horz1" presStyleCnt="0"/>
      <dgm:spPr/>
    </dgm:pt>
    <dgm:pt modelId="{DC228ACD-92DC-4855-8C87-19AEC2BBD6D3}" type="pres">
      <dgm:prSet presAssocID="{3E7AAC88-46B1-4898-9629-4D1CDBC77983}" presName="tx1" presStyleLbl="revTx" presStyleIdx="3" presStyleCnt="4"/>
      <dgm:spPr/>
    </dgm:pt>
    <dgm:pt modelId="{59E1782E-9FCE-4E42-AF58-44F138AC7B7D}" type="pres">
      <dgm:prSet presAssocID="{3E7AAC88-46B1-4898-9629-4D1CDBC77983}" presName="vert1" presStyleCnt="0"/>
      <dgm:spPr/>
    </dgm:pt>
  </dgm:ptLst>
  <dgm:cxnLst>
    <dgm:cxn modelId="{6741D766-8C85-4CBE-AFA3-0FD304A70943}" type="presOf" srcId="{872AB022-6E3E-4558-B0FB-E31C9517CF44}" destId="{65C376F6-462F-42DA-A565-1875BC3927A0}" srcOrd="0" destOrd="0" presId="urn:microsoft.com/office/officeart/2008/layout/LinedList"/>
    <dgm:cxn modelId="{81F0696A-6F3F-4F9D-BD8A-BCF869E7A71B}" srcId="{7DAE55B9-8ADD-4AF2-BAFA-C1CB7DC9EEFF}" destId="{872AB022-6E3E-4558-B0FB-E31C9517CF44}" srcOrd="1" destOrd="0" parTransId="{7FC87809-0F9F-44D0-8359-2CDE7703D3C7}" sibTransId="{45D799CB-5889-4AFE-8B50-399D288D6674}"/>
    <dgm:cxn modelId="{E078A991-6B86-46A7-926F-A848C424014F}" srcId="{7DAE55B9-8ADD-4AF2-BAFA-C1CB7DC9EEFF}" destId="{F0F4932D-65CE-48BA-861F-FE9D703DE876}" srcOrd="0" destOrd="0" parTransId="{AD118C76-C844-47DF-A725-6C9D4FB60C06}" sibTransId="{03CBED8C-FD32-4A1C-AD0F-DF850F1321F0}"/>
    <dgm:cxn modelId="{C0CA1595-3144-4A83-99F1-2242E0D93C30}" srcId="{7DAE55B9-8ADD-4AF2-BAFA-C1CB7DC9EEFF}" destId="{2224792A-32A1-484E-9076-1D7330993D18}" srcOrd="2" destOrd="0" parTransId="{AF7DF772-A033-47B8-AE1A-FE6903A005E0}" sibTransId="{4AA34CF3-7606-4DB9-9161-6FB92B4C2EE6}"/>
    <dgm:cxn modelId="{79F54B96-CEA8-42C1-9D43-1BDAA62AB03F}" type="presOf" srcId="{7DAE55B9-8ADD-4AF2-BAFA-C1CB7DC9EEFF}" destId="{E4AE470E-BE59-4092-BF34-5664F9A270A5}" srcOrd="0" destOrd="0" presId="urn:microsoft.com/office/officeart/2008/layout/LinedList"/>
    <dgm:cxn modelId="{E36772A3-22B7-4607-A570-0D8C808CD178}" srcId="{7DAE55B9-8ADD-4AF2-BAFA-C1CB7DC9EEFF}" destId="{3E7AAC88-46B1-4898-9629-4D1CDBC77983}" srcOrd="3" destOrd="0" parTransId="{53D9484A-A91B-4D86-A08C-5D817A46D8CA}" sibTransId="{601D82D3-0BA1-4207-9B7F-5D0CD63CCE17}"/>
    <dgm:cxn modelId="{DADA76CA-C5D5-4036-BBFF-77716FD3AF87}" type="presOf" srcId="{3E7AAC88-46B1-4898-9629-4D1CDBC77983}" destId="{DC228ACD-92DC-4855-8C87-19AEC2BBD6D3}" srcOrd="0" destOrd="0" presId="urn:microsoft.com/office/officeart/2008/layout/LinedList"/>
    <dgm:cxn modelId="{3DEDFFD4-9993-4EB2-9DAB-0446BC962D29}" type="presOf" srcId="{F0F4932D-65CE-48BA-861F-FE9D703DE876}" destId="{561A4296-1145-4442-9D2C-27F4AC5C4D29}" srcOrd="0" destOrd="0" presId="urn:microsoft.com/office/officeart/2008/layout/LinedList"/>
    <dgm:cxn modelId="{D595DCEF-3D7D-44E1-956D-E811DB8F5BB5}" type="presOf" srcId="{2224792A-32A1-484E-9076-1D7330993D18}" destId="{9D10CCB8-0EDB-462D-9F28-FADDC16413C4}" srcOrd="0" destOrd="0" presId="urn:microsoft.com/office/officeart/2008/layout/LinedList"/>
    <dgm:cxn modelId="{609978BF-2BF0-43FD-AC89-0B0375E96830}" type="presParOf" srcId="{E4AE470E-BE59-4092-BF34-5664F9A270A5}" destId="{FE0255C7-6D25-40AF-A94A-7A511FE21E6A}" srcOrd="0" destOrd="0" presId="urn:microsoft.com/office/officeart/2008/layout/LinedList"/>
    <dgm:cxn modelId="{C149C8A0-35CF-4650-9EF2-3413241CD28B}" type="presParOf" srcId="{E4AE470E-BE59-4092-BF34-5664F9A270A5}" destId="{8480A151-BD04-45AF-B42A-24B9ADCDD581}" srcOrd="1" destOrd="0" presId="urn:microsoft.com/office/officeart/2008/layout/LinedList"/>
    <dgm:cxn modelId="{2EAAF591-6F14-4D24-885E-3F736237D06F}" type="presParOf" srcId="{8480A151-BD04-45AF-B42A-24B9ADCDD581}" destId="{561A4296-1145-4442-9D2C-27F4AC5C4D29}" srcOrd="0" destOrd="0" presId="urn:microsoft.com/office/officeart/2008/layout/LinedList"/>
    <dgm:cxn modelId="{BBCC872A-7791-4FF6-AFC7-F8F15C1A2F3A}" type="presParOf" srcId="{8480A151-BD04-45AF-B42A-24B9ADCDD581}" destId="{473EC2A0-B8DF-4FE7-A0FD-A67C86E7D62D}" srcOrd="1" destOrd="0" presId="urn:microsoft.com/office/officeart/2008/layout/LinedList"/>
    <dgm:cxn modelId="{0AC64EBA-810C-45C2-9317-509F0137C754}" type="presParOf" srcId="{E4AE470E-BE59-4092-BF34-5664F9A270A5}" destId="{B1ED00FF-018F-4F3F-8512-2F256372DE30}" srcOrd="2" destOrd="0" presId="urn:microsoft.com/office/officeart/2008/layout/LinedList"/>
    <dgm:cxn modelId="{AF939E23-D948-47DC-B5DB-F677EE123A51}" type="presParOf" srcId="{E4AE470E-BE59-4092-BF34-5664F9A270A5}" destId="{91543D0E-76EC-417C-BD25-081A1EB54200}" srcOrd="3" destOrd="0" presId="urn:microsoft.com/office/officeart/2008/layout/LinedList"/>
    <dgm:cxn modelId="{775F41F5-7949-435C-8EA0-9157083F300C}" type="presParOf" srcId="{91543D0E-76EC-417C-BD25-081A1EB54200}" destId="{65C376F6-462F-42DA-A565-1875BC3927A0}" srcOrd="0" destOrd="0" presId="urn:microsoft.com/office/officeart/2008/layout/LinedList"/>
    <dgm:cxn modelId="{4CB39DDD-CC54-4C6F-B8DE-E20C50D33924}" type="presParOf" srcId="{91543D0E-76EC-417C-BD25-081A1EB54200}" destId="{398F307C-6AD7-4884-9E48-4EA06347F041}" srcOrd="1" destOrd="0" presId="urn:microsoft.com/office/officeart/2008/layout/LinedList"/>
    <dgm:cxn modelId="{C38A489A-75B0-4721-A355-07D7262C1073}" type="presParOf" srcId="{E4AE470E-BE59-4092-BF34-5664F9A270A5}" destId="{20C026C3-3BE2-4D80-B352-357D8C424436}" srcOrd="4" destOrd="0" presId="urn:microsoft.com/office/officeart/2008/layout/LinedList"/>
    <dgm:cxn modelId="{BE044DD9-18D6-480C-81AD-DB703C0EB3D9}" type="presParOf" srcId="{E4AE470E-BE59-4092-BF34-5664F9A270A5}" destId="{C7A32195-31A6-434A-9731-090785AE1BCE}" srcOrd="5" destOrd="0" presId="urn:microsoft.com/office/officeart/2008/layout/LinedList"/>
    <dgm:cxn modelId="{605580A6-F1AA-4966-A437-AD4841B08D99}" type="presParOf" srcId="{C7A32195-31A6-434A-9731-090785AE1BCE}" destId="{9D10CCB8-0EDB-462D-9F28-FADDC16413C4}" srcOrd="0" destOrd="0" presId="urn:microsoft.com/office/officeart/2008/layout/LinedList"/>
    <dgm:cxn modelId="{D9C64856-4815-478E-9E46-E24EF73BA16E}" type="presParOf" srcId="{C7A32195-31A6-434A-9731-090785AE1BCE}" destId="{BB04E4C8-8872-4772-917D-E1AF458679F6}" srcOrd="1" destOrd="0" presId="urn:microsoft.com/office/officeart/2008/layout/LinedList"/>
    <dgm:cxn modelId="{D7B23D7B-3547-4302-8E83-C8FB2D75CA42}" type="presParOf" srcId="{E4AE470E-BE59-4092-BF34-5664F9A270A5}" destId="{BB2C309C-F1D1-4DB1-84E8-6FC8C54B8A87}" srcOrd="6" destOrd="0" presId="urn:microsoft.com/office/officeart/2008/layout/LinedList"/>
    <dgm:cxn modelId="{B7F95912-B897-4372-9111-7666E5DB20AE}" type="presParOf" srcId="{E4AE470E-BE59-4092-BF34-5664F9A270A5}" destId="{EADD8EC6-A2AE-4801-A95E-6DDDD8273021}" srcOrd="7" destOrd="0" presId="urn:microsoft.com/office/officeart/2008/layout/LinedList"/>
    <dgm:cxn modelId="{07326A9F-A7E5-4E76-BABF-B4F9329F4E70}" type="presParOf" srcId="{EADD8EC6-A2AE-4801-A95E-6DDDD8273021}" destId="{DC228ACD-92DC-4855-8C87-19AEC2BBD6D3}" srcOrd="0" destOrd="0" presId="urn:microsoft.com/office/officeart/2008/layout/LinedList"/>
    <dgm:cxn modelId="{94034349-2946-45F3-BEAF-055715B4DF36}" type="presParOf" srcId="{EADD8EC6-A2AE-4801-A95E-6DDDD8273021}" destId="{59E1782E-9FCE-4E42-AF58-44F138AC7B7D}"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A7F8AF1-4C0A-4574-8ECB-CF3199F2C87E}" type="doc">
      <dgm:prSet loTypeId="urn:microsoft.com/office/officeart/2018/5/layout/IconLeafLabelList" loCatId="icon" qsTypeId="urn:microsoft.com/office/officeart/2005/8/quickstyle/simple1" qsCatId="simple" csTypeId="urn:microsoft.com/office/officeart/2018/5/colors/Iconchunking_coloredtext_colorful1" csCatId="colorful" phldr="1"/>
      <dgm:spPr/>
      <dgm:t>
        <a:bodyPr/>
        <a:lstStyle/>
        <a:p>
          <a:endParaRPr lang="en-US"/>
        </a:p>
      </dgm:t>
    </dgm:pt>
    <dgm:pt modelId="{472EE37B-96BD-4EB5-837C-994396ED9417}">
      <dgm:prSet/>
      <dgm:spPr/>
      <dgm:t>
        <a:bodyPr/>
        <a:lstStyle/>
        <a:p>
          <a:pPr>
            <a:defRPr cap="all"/>
          </a:pPr>
          <a:r>
            <a:rPr lang="en-US"/>
            <a:t>As foundational entities in the er diagram we have passenger , driver , vehicle and route and these tables managed by Oracle sequences. </a:t>
          </a:r>
        </a:p>
      </dgm:t>
    </dgm:pt>
    <dgm:pt modelId="{B2639FBB-8958-43B5-B03E-400BF5256B9C}" type="parTrans" cxnId="{DAF821C8-B64A-4D12-A701-1C4FC2FF1415}">
      <dgm:prSet/>
      <dgm:spPr/>
      <dgm:t>
        <a:bodyPr/>
        <a:lstStyle/>
        <a:p>
          <a:endParaRPr lang="en-US"/>
        </a:p>
      </dgm:t>
    </dgm:pt>
    <dgm:pt modelId="{17EC553B-F798-48D0-ABAC-FFF75C3E80B6}" type="sibTrans" cxnId="{DAF821C8-B64A-4D12-A701-1C4FC2FF1415}">
      <dgm:prSet/>
      <dgm:spPr/>
      <dgm:t>
        <a:bodyPr/>
        <a:lstStyle/>
        <a:p>
          <a:endParaRPr lang="en-US"/>
        </a:p>
      </dgm:t>
    </dgm:pt>
    <dgm:pt modelId="{E2DDF9DB-3327-4AC0-9D69-2651E6D0FAEB}">
      <dgm:prSet/>
      <dgm:spPr/>
      <dgm:t>
        <a:bodyPr/>
        <a:lstStyle/>
        <a:p>
          <a:pPr>
            <a:defRPr cap="all"/>
          </a:pPr>
          <a:r>
            <a:rPr lang="en-US"/>
            <a:t>Transactional entities trip, booking, payment , and maintenance entities are lined to foundational entities using foreign keys.</a:t>
          </a:r>
        </a:p>
      </dgm:t>
    </dgm:pt>
    <dgm:pt modelId="{1D6C0024-4004-4AB5-8DFA-16CBE19954D6}" type="parTrans" cxnId="{BD0494B0-9804-44C5-93DD-F94BF23357BF}">
      <dgm:prSet/>
      <dgm:spPr/>
      <dgm:t>
        <a:bodyPr/>
        <a:lstStyle/>
        <a:p>
          <a:endParaRPr lang="en-US"/>
        </a:p>
      </dgm:t>
    </dgm:pt>
    <dgm:pt modelId="{4DB3A49E-C5D9-4CA7-92DF-B5D64C7E9CAF}" type="sibTrans" cxnId="{BD0494B0-9804-44C5-93DD-F94BF23357BF}">
      <dgm:prSet/>
      <dgm:spPr/>
      <dgm:t>
        <a:bodyPr/>
        <a:lstStyle/>
        <a:p>
          <a:endParaRPr lang="en-US"/>
        </a:p>
      </dgm:t>
    </dgm:pt>
    <dgm:pt modelId="{5D98914C-9E22-49A0-AF8B-B128C4EB9EE2}">
      <dgm:prSet/>
      <dgm:spPr/>
      <dgm:t>
        <a:bodyPr/>
        <a:lstStyle/>
        <a:p>
          <a:pPr>
            <a:defRPr cap="all"/>
          </a:pPr>
          <a:r>
            <a:rPr lang="en-US"/>
            <a:t>Security roles restrict to DML operations to ensure the application layer only accesses necessary data securely. </a:t>
          </a:r>
        </a:p>
      </dgm:t>
    </dgm:pt>
    <dgm:pt modelId="{DE604F86-BD2D-4B66-B96C-CA0DFE50CF00}" type="parTrans" cxnId="{4489FAA4-623E-4C05-B216-ECE12D05894F}">
      <dgm:prSet/>
      <dgm:spPr/>
      <dgm:t>
        <a:bodyPr/>
        <a:lstStyle/>
        <a:p>
          <a:endParaRPr lang="en-US"/>
        </a:p>
      </dgm:t>
    </dgm:pt>
    <dgm:pt modelId="{8F8EDD4C-DC14-4633-ABF2-1F0DBD1EFA27}" type="sibTrans" cxnId="{4489FAA4-623E-4C05-B216-ECE12D05894F}">
      <dgm:prSet/>
      <dgm:spPr/>
      <dgm:t>
        <a:bodyPr/>
        <a:lstStyle/>
        <a:p>
          <a:endParaRPr lang="en-US"/>
        </a:p>
      </dgm:t>
    </dgm:pt>
    <dgm:pt modelId="{EBF37017-FF1E-45F1-885B-5E4111155BF2}" type="pres">
      <dgm:prSet presAssocID="{3A7F8AF1-4C0A-4574-8ECB-CF3199F2C87E}" presName="root" presStyleCnt="0">
        <dgm:presLayoutVars>
          <dgm:dir/>
          <dgm:resizeHandles val="exact"/>
        </dgm:presLayoutVars>
      </dgm:prSet>
      <dgm:spPr/>
    </dgm:pt>
    <dgm:pt modelId="{C1CAACDF-11C3-4ABD-AE1D-60D9331C840A}" type="pres">
      <dgm:prSet presAssocID="{472EE37B-96BD-4EB5-837C-994396ED9417}" presName="compNode" presStyleCnt="0"/>
      <dgm:spPr/>
    </dgm:pt>
    <dgm:pt modelId="{4A66A710-4814-4490-92DC-3ED12970EBC2}" type="pres">
      <dgm:prSet presAssocID="{472EE37B-96BD-4EB5-837C-994396ED9417}" presName="iconBgRect" presStyleLbl="bgShp" presStyleIdx="0" presStyleCnt="3"/>
      <dgm:spPr>
        <a:prstGeom prst="round2DiagRect">
          <a:avLst>
            <a:gd name="adj1" fmla="val 29727"/>
            <a:gd name="adj2" fmla="val 0"/>
          </a:avLst>
        </a:prstGeom>
      </dgm:spPr>
    </dgm:pt>
    <dgm:pt modelId="{3ACEBD6B-289F-4983-9709-D58435D3D896}" type="pres">
      <dgm:prSet presAssocID="{472EE37B-96BD-4EB5-837C-994396ED9417}"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Server"/>
        </a:ext>
      </dgm:extLst>
    </dgm:pt>
    <dgm:pt modelId="{D563E503-21ED-4179-BAD3-4B94EBED8CAD}" type="pres">
      <dgm:prSet presAssocID="{472EE37B-96BD-4EB5-837C-994396ED9417}" presName="spaceRect" presStyleCnt="0"/>
      <dgm:spPr/>
    </dgm:pt>
    <dgm:pt modelId="{0C3C74E3-1EA5-4C3B-A9A7-AB65087A620B}" type="pres">
      <dgm:prSet presAssocID="{472EE37B-96BD-4EB5-837C-994396ED9417}" presName="textRect" presStyleLbl="revTx" presStyleIdx="0" presStyleCnt="3">
        <dgm:presLayoutVars>
          <dgm:chMax val="1"/>
          <dgm:chPref val="1"/>
        </dgm:presLayoutVars>
      </dgm:prSet>
      <dgm:spPr/>
    </dgm:pt>
    <dgm:pt modelId="{AC38F370-0A2E-4B82-8E30-0F82AB14C2AD}" type="pres">
      <dgm:prSet presAssocID="{17EC553B-F798-48D0-ABAC-FFF75C3E80B6}" presName="sibTrans" presStyleCnt="0"/>
      <dgm:spPr/>
    </dgm:pt>
    <dgm:pt modelId="{CBAD5374-6AD1-4AE3-8EC6-10A7E760B3E4}" type="pres">
      <dgm:prSet presAssocID="{E2DDF9DB-3327-4AC0-9D69-2651E6D0FAEB}" presName="compNode" presStyleCnt="0"/>
      <dgm:spPr/>
    </dgm:pt>
    <dgm:pt modelId="{3A209D8C-3782-4070-8425-638299F46DFD}" type="pres">
      <dgm:prSet presAssocID="{E2DDF9DB-3327-4AC0-9D69-2651E6D0FAEB}" presName="iconBgRect" presStyleLbl="bgShp" presStyleIdx="1" presStyleCnt="3"/>
      <dgm:spPr>
        <a:prstGeom prst="round2DiagRect">
          <a:avLst>
            <a:gd name="adj1" fmla="val 29727"/>
            <a:gd name="adj2" fmla="val 0"/>
          </a:avLst>
        </a:prstGeom>
      </dgm:spPr>
    </dgm:pt>
    <dgm:pt modelId="{2868EAA5-FAF3-492D-AD8F-019B68F3B7B0}" type="pres">
      <dgm:prSet presAssocID="{E2DDF9DB-3327-4AC0-9D69-2651E6D0FAEB}"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Key"/>
        </a:ext>
      </dgm:extLst>
    </dgm:pt>
    <dgm:pt modelId="{EB51EA01-0737-4D90-B366-829E3AD9F22C}" type="pres">
      <dgm:prSet presAssocID="{E2DDF9DB-3327-4AC0-9D69-2651E6D0FAEB}" presName="spaceRect" presStyleCnt="0"/>
      <dgm:spPr/>
    </dgm:pt>
    <dgm:pt modelId="{7200212D-15EB-4303-A7A9-F299B303B891}" type="pres">
      <dgm:prSet presAssocID="{E2DDF9DB-3327-4AC0-9D69-2651E6D0FAEB}" presName="textRect" presStyleLbl="revTx" presStyleIdx="1" presStyleCnt="3">
        <dgm:presLayoutVars>
          <dgm:chMax val="1"/>
          <dgm:chPref val="1"/>
        </dgm:presLayoutVars>
      </dgm:prSet>
      <dgm:spPr/>
    </dgm:pt>
    <dgm:pt modelId="{CCD69EB4-465C-4CF1-A6ED-4694DDB64B37}" type="pres">
      <dgm:prSet presAssocID="{4DB3A49E-C5D9-4CA7-92DF-B5D64C7E9CAF}" presName="sibTrans" presStyleCnt="0"/>
      <dgm:spPr/>
    </dgm:pt>
    <dgm:pt modelId="{BBFE10FB-3B87-4E96-A269-3DFA289AFEBB}" type="pres">
      <dgm:prSet presAssocID="{5D98914C-9E22-49A0-AF8B-B128C4EB9EE2}" presName="compNode" presStyleCnt="0"/>
      <dgm:spPr/>
    </dgm:pt>
    <dgm:pt modelId="{19938D7F-7211-4C1E-B76F-D8F35E105F29}" type="pres">
      <dgm:prSet presAssocID="{5D98914C-9E22-49A0-AF8B-B128C4EB9EE2}" presName="iconBgRect" presStyleLbl="bgShp" presStyleIdx="2" presStyleCnt="3"/>
      <dgm:spPr>
        <a:prstGeom prst="round2DiagRect">
          <a:avLst>
            <a:gd name="adj1" fmla="val 29727"/>
            <a:gd name="adj2" fmla="val 0"/>
          </a:avLst>
        </a:prstGeom>
      </dgm:spPr>
    </dgm:pt>
    <dgm:pt modelId="{C8A5C998-B4AC-47BB-9443-6335CDE7A97D}" type="pres">
      <dgm:prSet presAssocID="{5D98914C-9E22-49A0-AF8B-B128C4EB9EE2}"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Lock"/>
        </a:ext>
      </dgm:extLst>
    </dgm:pt>
    <dgm:pt modelId="{76FFBD52-7147-4012-940E-46C3604DE0A3}" type="pres">
      <dgm:prSet presAssocID="{5D98914C-9E22-49A0-AF8B-B128C4EB9EE2}" presName="spaceRect" presStyleCnt="0"/>
      <dgm:spPr/>
    </dgm:pt>
    <dgm:pt modelId="{4A7B5601-1D2C-49E2-ABD5-859930C0A6A7}" type="pres">
      <dgm:prSet presAssocID="{5D98914C-9E22-49A0-AF8B-B128C4EB9EE2}" presName="textRect" presStyleLbl="revTx" presStyleIdx="2" presStyleCnt="3">
        <dgm:presLayoutVars>
          <dgm:chMax val="1"/>
          <dgm:chPref val="1"/>
        </dgm:presLayoutVars>
      </dgm:prSet>
      <dgm:spPr/>
    </dgm:pt>
  </dgm:ptLst>
  <dgm:cxnLst>
    <dgm:cxn modelId="{9B107122-C2F8-44A7-BDDE-A6C79A85E606}" type="presOf" srcId="{3A7F8AF1-4C0A-4574-8ECB-CF3199F2C87E}" destId="{EBF37017-FF1E-45F1-885B-5E4111155BF2}" srcOrd="0" destOrd="0" presId="urn:microsoft.com/office/officeart/2018/5/layout/IconLeafLabelList"/>
    <dgm:cxn modelId="{4489FAA4-623E-4C05-B216-ECE12D05894F}" srcId="{3A7F8AF1-4C0A-4574-8ECB-CF3199F2C87E}" destId="{5D98914C-9E22-49A0-AF8B-B128C4EB9EE2}" srcOrd="2" destOrd="0" parTransId="{DE604F86-BD2D-4B66-B96C-CA0DFE50CF00}" sibTransId="{8F8EDD4C-DC14-4633-ABF2-1F0DBD1EFA27}"/>
    <dgm:cxn modelId="{BD0494B0-9804-44C5-93DD-F94BF23357BF}" srcId="{3A7F8AF1-4C0A-4574-8ECB-CF3199F2C87E}" destId="{E2DDF9DB-3327-4AC0-9D69-2651E6D0FAEB}" srcOrd="1" destOrd="0" parTransId="{1D6C0024-4004-4AB5-8DFA-16CBE19954D6}" sibTransId="{4DB3A49E-C5D9-4CA7-92DF-B5D64C7E9CAF}"/>
    <dgm:cxn modelId="{8FB861C4-7A04-44E5-84D4-0D38A7C26D56}" type="presOf" srcId="{5D98914C-9E22-49A0-AF8B-B128C4EB9EE2}" destId="{4A7B5601-1D2C-49E2-ABD5-859930C0A6A7}" srcOrd="0" destOrd="0" presId="urn:microsoft.com/office/officeart/2018/5/layout/IconLeafLabelList"/>
    <dgm:cxn modelId="{DAF821C8-B64A-4D12-A701-1C4FC2FF1415}" srcId="{3A7F8AF1-4C0A-4574-8ECB-CF3199F2C87E}" destId="{472EE37B-96BD-4EB5-837C-994396ED9417}" srcOrd="0" destOrd="0" parTransId="{B2639FBB-8958-43B5-B03E-400BF5256B9C}" sibTransId="{17EC553B-F798-48D0-ABAC-FFF75C3E80B6}"/>
    <dgm:cxn modelId="{40392CCD-0BAD-47DD-ADC6-04390A1C2514}" type="presOf" srcId="{472EE37B-96BD-4EB5-837C-994396ED9417}" destId="{0C3C74E3-1EA5-4C3B-A9A7-AB65087A620B}" srcOrd="0" destOrd="0" presId="urn:microsoft.com/office/officeart/2018/5/layout/IconLeafLabelList"/>
    <dgm:cxn modelId="{3338FEDB-D498-4D44-8FC2-F7B511569A3C}" type="presOf" srcId="{E2DDF9DB-3327-4AC0-9D69-2651E6D0FAEB}" destId="{7200212D-15EB-4303-A7A9-F299B303B891}" srcOrd="0" destOrd="0" presId="urn:microsoft.com/office/officeart/2018/5/layout/IconLeafLabelList"/>
    <dgm:cxn modelId="{91EC34EB-A856-49E9-A137-61A7A5CAB1A3}" type="presParOf" srcId="{EBF37017-FF1E-45F1-885B-5E4111155BF2}" destId="{C1CAACDF-11C3-4ABD-AE1D-60D9331C840A}" srcOrd="0" destOrd="0" presId="urn:microsoft.com/office/officeart/2018/5/layout/IconLeafLabelList"/>
    <dgm:cxn modelId="{5719BCF2-C8BA-4099-813A-AE408DE887E9}" type="presParOf" srcId="{C1CAACDF-11C3-4ABD-AE1D-60D9331C840A}" destId="{4A66A710-4814-4490-92DC-3ED12970EBC2}" srcOrd="0" destOrd="0" presId="urn:microsoft.com/office/officeart/2018/5/layout/IconLeafLabelList"/>
    <dgm:cxn modelId="{55738CBC-39BD-4137-B4B9-1B79C4032E40}" type="presParOf" srcId="{C1CAACDF-11C3-4ABD-AE1D-60D9331C840A}" destId="{3ACEBD6B-289F-4983-9709-D58435D3D896}" srcOrd="1" destOrd="0" presId="urn:microsoft.com/office/officeart/2018/5/layout/IconLeafLabelList"/>
    <dgm:cxn modelId="{C3327897-31C2-41D2-BC58-0C49422F95D7}" type="presParOf" srcId="{C1CAACDF-11C3-4ABD-AE1D-60D9331C840A}" destId="{D563E503-21ED-4179-BAD3-4B94EBED8CAD}" srcOrd="2" destOrd="0" presId="urn:microsoft.com/office/officeart/2018/5/layout/IconLeafLabelList"/>
    <dgm:cxn modelId="{8FCD4EF8-B392-4FAA-9187-DB313FD976F3}" type="presParOf" srcId="{C1CAACDF-11C3-4ABD-AE1D-60D9331C840A}" destId="{0C3C74E3-1EA5-4C3B-A9A7-AB65087A620B}" srcOrd="3" destOrd="0" presId="urn:microsoft.com/office/officeart/2018/5/layout/IconLeafLabelList"/>
    <dgm:cxn modelId="{1CA100A8-7253-43C7-873F-E53BD478AB0E}" type="presParOf" srcId="{EBF37017-FF1E-45F1-885B-5E4111155BF2}" destId="{AC38F370-0A2E-4B82-8E30-0F82AB14C2AD}" srcOrd="1" destOrd="0" presId="urn:microsoft.com/office/officeart/2018/5/layout/IconLeafLabelList"/>
    <dgm:cxn modelId="{A418EDEE-9756-4EF2-B14D-58B953D78C6D}" type="presParOf" srcId="{EBF37017-FF1E-45F1-885B-5E4111155BF2}" destId="{CBAD5374-6AD1-4AE3-8EC6-10A7E760B3E4}" srcOrd="2" destOrd="0" presId="urn:microsoft.com/office/officeart/2018/5/layout/IconLeafLabelList"/>
    <dgm:cxn modelId="{1D254363-9C8F-4273-A12A-AAE813030899}" type="presParOf" srcId="{CBAD5374-6AD1-4AE3-8EC6-10A7E760B3E4}" destId="{3A209D8C-3782-4070-8425-638299F46DFD}" srcOrd="0" destOrd="0" presId="urn:microsoft.com/office/officeart/2018/5/layout/IconLeafLabelList"/>
    <dgm:cxn modelId="{86B8D369-BA5D-4B25-A2D5-97B452852828}" type="presParOf" srcId="{CBAD5374-6AD1-4AE3-8EC6-10A7E760B3E4}" destId="{2868EAA5-FAF3-492D-AD8F-019B68F3B7B0}" srcOrd="1" destOrd="0" presId="urn:microsoft.com/office/officeart/2018/5/layout/IconLeafLabelList"/>
    <dgm:cxn modelId="{D47E6FF0-4F46-4B8C-9862-9DE83E88F5A4}" type="presParOf" srcId="{CBAD5374-6AD1-4AE3-8EC6-10A7E760B3E4}" destId="{EB51EA01-0737-4D90-B366-829E3AD9F22C}" srcOrd="2" destOrd="0" presId="urn:microsoft.com/office/officeart/2018/5/layout/IconLeafLabelList"/>
    <dgm:cxn modelId="{180D44D1-06B0-4DA4-9692-A9DF917E9617}" type="presParOf" srcId="{CBAD5374-6AD1-4AE3-8EC6-10A7E760B3E4}" destId="{7200212D-15EB-4303-A7A9-F299B303B891}" srcOrd="3" destOrd="0" presId="urn:microsoft.com/office/officeart/2018/5/layout/IconLeafLabelList"/>
    <dgm:cxn modelId="{B8B12850-713F-4F95-ADBE-8B63191AB81F}" type="presParOf" srcId="{EBF37017-FF1E-45F1-885B-5E4111155BF2}" destId="{CCD69EB4-465C-4CF1-A6ED-4694DDB64B37}" srcOrd="3" destOrd="0" presId="urn:microsoft.com/office/officeart/2018/5/layout/IconLeafLabelList"/>
    <dgm:cxn modelId="{C2A437C4-5178-41BB-8969-931A394B5AE4}" type="presParOf" srcId="{EBF37017-FF1E-45F1-885B-5E4111155BF2}" destId="{BBFE10FB-3B87-4E96-A269-3DFA289AFEBB}" srcOrd="4" destOrd="0" presId="urn:microsoft.com/office/officeart/2018/5/layout/IconLeafLabelList"/>
    <dgm:cxn modelId="{07FA58D2-B892-4761-8E3C-BD3E733F3D2F}" type="presParOf" srcId="{BBFE10FB-3B87-4E96-A269-3DFA289AFEBB}" destId="{19938D7F-7211-4C1E-B76F-D8F35E105F29}" srcOrd="0" destOrd="0" presId="urn:microsoft.com/office/officeart/2018/5/layout/IconLeafLabelList"/>
    <dgm:cxn modelId="{4DB70631-0598-48F8-B072-4F0B6961FB3C}" type="presParOf" srcId="{BBFE10FB-3B87-4E96-A269-3DFA289AFEBB}" destId="{C8A5C998-B4AC-47BB-9443-6335CDE7A97D}" srcOrd="1" destOrd="0" presId="urn:microsoft.com/office/officeart/2018/5/layout/IconLeafLabelList"/>
    <dgm:cxn modelId="{8E1E39C8-EC06-4FC1-8082-0809484E0400}" type="presParOf" srcId="{BBFE10FB-3B87-4E96-A269-3DFA289AFEBB}" destId="{76FFBD52-7147-4012-940E-46C3604DE0A3}" srcOrd="2" destOrd="0" presId="urn:microsoft.com/office/officeart/2018/5/layout/IconLeafLabelList"/>
    <dgm:cxn modelId="{AA80AA50-DEAE-40EF-AEF4-633AB4DE2327}" type="presParOf" srcId="{BBFE10FB-3B87-4E96-A269-3DFA289AFEBB}" destId="{4A7B5601-1D2C-49E2-ABD5-859930C0A6A7}" srcOrd="3" destOrd="0" presId="urn:microsoft.com/office/officeart/2018/5/layout/IconLeaf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68A0541E-8988-44C7-B064-DB7FF3DF1585}" type="doc">
      <dgm:prSet loTypeId="urn:microsoft.com/office/officeart/2005/8/layout/hierarchy1" loCatId="hierarchy" qsTypeId="urn:microsoft.com/office/officeart/2005/8/quickstyle/simple1" qsCatId="simple" csTypeId="urn:microsoft.com/office/officeart/2005/8/colors/colorful2" csCatId="colorful"/>
      <dgm:spPr/>
      <dgm:t>
        <a:bodyPr/>
        <a:lstStyle/>
        <a:p>
          <a:endParaRPr lang="en-US"/>
        </a:p>
      </dgm:t>
    </dgm:pt>
    <dgm:pt modelId="{D57781C0-DB6F-4492-BEF3-8AAF7B2FC291}">
      <dgm:prSet/>
      <dgm:spPr/>
      <dgm:t>
        <a:bodyPr/>
        <a:lstStyle/>
        <a:p>
          <a:r>
            <a:rPr lang="en-US"/>
            <a:t>Oracle handles all the business data that cannot lead to any mistakes as examples payments , ticket booking and user accounts.</a:t>
          </a:r>
        </a:p>
      </dgm:t>
    </dgm:pt>
    <dgm:pt modelId="{19DF1BF6-72B1-4C1B-BE42-A822516D8B2A}" type="parTrans" cxnId="{9E046E93-81E4-46A4-B2FC-000B41699116}">
      <dgm:prSet/>
      <dgm:spPr/>
      <dgm:t>
        <a:bodyPr/>
        <a:lstStyle/>
        <a:p>
          <a:endParaRPr lang="en-US"/>
        </a:p>
      </dgm:t>
    </dgm:pt>
    <dgm:pt modelId="{EB92E96D-31E5-4758-834A-211C2940A04A}" type="sibTrans" cxnId="{9E046E93-81E4-46A4-B2FC-000B41699116}">
      <dgm:prSet/>
      <dgm:spPr/>
      <dgm:t>
        <a:bodyPr/>
        <a:lstStyle/>
        <a:p>
          <a:endParaRPr lang="en-US"/>
        </a:p>
      </dgm:t>
    </dgm:pt>
    <dgm:pt modelId="{B9EDE429-0E37-44B0-834B-E2737E65D3E5}">
      <dgm:prSet/>
      <dgm:spPr/>
      <dgm:t>
        <a:bodyPr/>
        <a:lstStyle/>
        <a:p>
          <a:r>
            <a:rPr lang="en-US"/>
            <a:t>while MongoDB manages all the changing data with time meaning the data that saved doesn’t have an exact same field</a:t>
          </a:r>
        </a:p>
      </dgm:t>
    </dgm:pt>
    <dgm:pt modelId="{83094C62-BD3B-43D7-9D2B-3A304C4309E0}" type="parTrans" cxnId="{B451B060-87A4-4F3A-A0D5-22179FD003BD}">
      <dgm:prSet/>
      <dgm:spPr/>
      <dgm:t>
        <a:bodyPr/>
        <a:lstStyle/>
        <a:p>
          <a:endParaRPr lang="en-US"/>
        </a:p>
      </dgm:t>
    </dgm:pt>
    <dgm:pt modelId="{9EB09484-D377-4394-8196-105FF7ED0849}" type="sibTrans" cxnId="{B451B060-87A4-4F3A-A0D5-22179FD003BD}">
      <dgm:prSet/>
      <dgm:spPr/>
      <dgm:t>
        <a:bodyPr/>
        <a:lstStyle/>
        <a:p>
          <a:endParaRPr lang="en-US"/>
        </a:p>
      </dgm:t>
    </dgm:pt>
    <dgm:pt modelId="{7CF96B03-AC73-47FC-8FE3-79E2C2518CBB}">
      <dgm:prSet/>
      <dgm:spPr/>
      <dgm:t>
        <a:bodyPr/>
        <a:lstStyle/>
        <a:p>
          <a:r>
            <a:rPr lang="en-US"/>
            <a:t>the system has added schema flexibility so the users cannot enter empty or broken reviews.</a:t>
          </a:r>
        </a:p>
      </dgm:t>
    </dgm:pt>
    <dgm:pt modelId="{917B913A-AE5C-4172-95DA-38407D8DA58A}" type="parTrans" cxnId="{7051BCD8-3CC2-4AD0-B5B8-A0430B466E49}">
      <dgm:prSet/>
      <dgm:spPr/>
      <dgm:t>
        <a:bodyPr/>
        <a:lstStyle/>
        <a:p>
          <a:endParaRPr lang="en-US"/>
        </a:p>
      </dgm:t>
    </dgm:pt>
    <dgm:pt modelId="{514544CE-F478-4045-80E0-2457BA210AF9}" type="sibTrans" cxnId="{7051BCD8-3CC2-4AD0-B5B8-A0430B466E49}">
      <dgm:prSet/>
      <dgm:spPr/>
      <dgm:t>
        <a:bodyPr/>
        <a:lstStyle/>
        <a:p>
          <a:endParaRPr lang="en-US"/>
        </a:p>
      </dgm:t>
    </dgm:pt>
    <dgm:pt modelId="{C0D65406-4A49-4E53-82A2-4F7ABAB93A8D}" type="pres">
      <dgm:prSet presAssocID="{68A0541E-8988-44C7-B064-DB7FF3DF1585}" presName="hierChild1" presStyleCnt="0">
        <dgm:presLayoutVars>
          <dgm:chPref val="1"/>
          <dgm:dir/>
          <dgm:animOne val="branch"/>
          <dgm:animLvl val="lvl"/>
          <dgm:resizeHandles/>
        </dgm:presLayoutVars>
      </dgm:prSet>
      <dgm:spPr/>
    </dgm:pt>
    <dgm:pt modelId="{166D1295-0EA3-454F-827F-1FA1D1C1EF01}" type="pres">
      <dgm:prSet presAssocID="{D57781C0-DB6F-4492-BEF3-8AAF7B2FC291}" presName="hierRoot1" presStyleCnt="0"/>
      <dgm:spPr/>
    </dgm:pt>
    <dgm:pt modelId="{5ADBB64F-FEF3-4A6C-B934-82CC73E3865C}" type="pres">
      <dgm:prSet presAssocID="{D57781C0-DB6F-4492-BEF3-8AAF7B2FC291}" presName="composite" presStyleCnt="0"/>
      <dgm:spPr/>
    </dgm:pt>
    <dgm:pt modelId="{8E07356B-1883-4CAC-AD5E-9061A1D72E8A}" type="pres">
      <dgm:prSet presAssocID="{D57781C0-DB6F-4492-BEF3-8AAF7B2FC291}" presName="background" presStyleLbl="node0" presStyleIdx="0" presStyleCnt="3"/>
      <dgm:spPr/>
    </dgm:pt>
    <dgm:pt modelId="{E12A1606-22CC-487E-9974-CCD0389234AD}" type="pres">
      <dgm:prSet presAssocID="{D57781C0-DB6F-4492-BEF3-8AAF7B2FC291}" presName="text" presStyleLbl="fgAcc0" presStyleIdx="0" presStyleCnt="3">
        <dgm:presLayoutVars>
          <dgm:chPref val="3"/>
        </dgm:presLayoutVars>
      </dgm:prSet>
      <dgm:spPr/>
    </dgm:pt>
    <dgm:pt modelId="{7ED5F966-D359-47BB-91EC-F59384E1C371}" type="pres">
      <dgm:prSet presAssocID="{D57781C0-DB6F-4492-BEF3-8AAF7B2FC291}" presName="hierChild2" presStyleCnt="0"/>
      <dgm:spPr/>
    </dgm:pt>
    <dgm:pt modelId="{6F658BEB-DA7B-4A49-A474-48F9956CFD68}" type="pres">
      <dgm:prSet presAssocID="{B9EDE429-0E37-44B0-834B-E2737E65D3E5}" presName="hierRoot1" presStyleCnt="0"/>
      <dgm:spPr/>
    </dgm:pt>
    <dgm:pt modelId="{8533DB6B-DA23-4481-8759-C38299249153}" type="pres">
      <dgm:prSet presAssocID="{B9EDE429-0E37-44B0-834B-E2737E65D3E5}" presName="composite" presStyleCnt="0"/>
      <dgm:spPr/>
    </dgm:pt>
    <dgm:pt modelId="{FE1B369F-1D6A-48F1-A443-9C8358820092}" type="pres">
      <dgm:prSet presAssocID="{B9EDE429-0E37-44B0-834B-E2737E65D3E5}" presName="background" presStyleLbl="node0" presStyleIdx="1" presStyleCnt="3"/>
      <dgm:spPr/>
    </dgm:pt>
    <dgm:pt modelId="{0A96F2C9-588E-4605-85CF-87D225175FCA}" type="pres">
      <dgm:prSet presAssocID="{B9EDE429-0E37-44B0-834B-E2737E65D3E5}" presName="text" presStyleLbl="fgAcc0" presStyleIdx="1" presStyleCnt="3">
        <dgm:presLayoutVars>
          <dgm:chPref val="3"/>
        </dgm:presLayoutVars>
      </dgm:prSet>
      <dgm:spPr/>
    </dgm:pt>
    <dgm:pt modelId="{F2455E7C-07B9-4A81-8C1C-5ED26993CA7F}" type="pres">
      <dgm:prSet presAssocID="{B9EDE429-0E37-44B0-834B-E2737E65D3E5}" presName="hierChild2" presStyleCnt="0"/>
      <dgm:spPr/>
    </dgm:pt>
    <dgm:pt modelId="{1446A917-65C2-48F1-BFDE-B4A31523E5DE}" type="pres">
      <dgm:prSet presAssocID="{7CF96B03-AC73-47FC-8FE3-79E2C2518CBB}" presName="hierRoot1" presStyleCnt="0"/>
      <dgm:spPr/>
    </dgm:pt>
    <dgm:pt modelId="{6BBF596D-D1BF-4F86-A410-C5F4F10B2354}" type="pres">
      <dgm:prSet presAssocID="{7CF96B03-AC73-47FC-8FE3-79E2C2518CBB}" presName="composite" presStyleCnt="0"/>
      <dgm:spPr/>
    </dgm:pt>
    <dgm:pt modelId="{602F7496-DD79-4C62-AE63-696CEEA00552}" type="pres">
      <dgm:prSet presAssocID="{7CF96B03-AC73-47FC-8FE3-79E2C2518CBB}" presName="background" presStyleLbl="node0" presStyleIdx="2" presStyleCnt="3"/>
      <dgm:spPr/>
    </dgm:pt>
    <dgm:pt modelId="{EACAADC6-F496-490C-8C3E-9309E8AE6507}" type="pres">
      <dgm:prSet presAssocID="{7CF96B03-AC73-47FC-8FE3-79E2C2518CBB}" presName="text" presStyleLbl="fgAcc0" presStyleIdx="2" presStyleCnt="3">
        <dgm:presLayoutVars>
          <dgm:chPref val="3"/>
        </dgm:presLayoutVars>
      </dgm:prSet>
      <dgm:spPr/>
    </dgm:pt>
    <dgm:pt modelId="{3949130A-4521-43D4-B5DE-273E08504E1F}" type="pres">
      <dgm:prSet presAssocID="{7CF96B03-AC73-47FC-8FE3-79E2C2518CBB}" presName="hierChild2" presStyleCnt="0"/>
      <dgm:spPr/>
    </dgm:pt>
  </dgm:ptLst>
  <dgm:cxnLst>
    <dgm:cxn modelId="{F5E44A2B-F763-4FA3-9C2D-5CDE8D88BA8E}" type="presOf" srcId="{D57781C0-DB6F-4492-BEF3-8AAF7B2FC291}" destId="{E12A1606-22CC-487E-9974-CCD0389234AD}" srcOrd="0" destOrd="0" presId="urn:microsoft.com/office/officeart/2005/8/layout/hierarchy1"/>
    <dgm:cxn modelId="{B451B060-87A4-4F3A-A0D5-22179FD003BD}" srcId="{68A0541E-8988-44C7-B064-DB7FF3DF1585}" destId="{B9EDE429-0E37-44B0-834B-E2737E65D3E5}" srcOrd="1" destOrd="0" parTransId="{83094C62-BD3B-43D7-9D2B-3A304C4309E0}" sibTransId="{9EB09484-D377-4394-8196-105FF7ED0849}"/>
    <dgm:cxn modelId="{095AAD7A-9A9C-484E-9ED2-0944FD56A8DD}" type="presOf" srcId="{68A0541E-8988-44C7-B064-DB7FF3DF1585}" destId="{C0D65406-4A49-4E53-82A2-4F7ABAB93A8D}" srcOrd="0" destOrd="0" presId="urn:microsoft.com/office/officeart/2005/8/layout/hierarchy1"/>
    <dgm:cxn modelId="{9E046E93-81E4-46A4-B2FC-000B41699116}" srcId="{68A0541E-8988-44C7-B064-DB7FF3DF1585}" destId="{D57781C0-DB6F-4492-BEF3-8AAF7B2FC291}" srcOrd="0" destOrd="0" parTransId="{19DF1BF6-72B1-4C1B-BE42-A822516D8B2A}" sibTransId="{EB92E96D-31E5-4758-834A-211C2940A04A}"/>
    <dgm:cxn modelId="{A488D1AC-1545-4F3D-9614-02B8FC63BA6E}" type="presOf" srcId="{B9EDE429-0E37-44B0-834B-E2737E65D3E5}" destId="{0A96F2C9-588E-4605-85CF-87D225175FCA}" srcOrd="0" destOrd="0" presId="urn:microsoft.com/office/officeart/2005/8/layout/hierarchy1"/>
    <dgm:cxn modelId="{7051BCD8-3CC2-4AD0-B5B8-A0430B466E49}" srcId="{68A0541E-8988-44C7-B064-DB7FF3DF1585}" destId="{7CF96B03-AC73-47FC-8FE3-79E2C2518CBB}" srcOrd="2" destOrd="0" parTransId="{917B913A-AE5C-4172-95DA-38407D8DA58A}" sibTransId="{514544CE-F478-4045-80E0-2457BA210AF9}"/>
    <dgm:cxn modelId="{7707BCF2-C847-41DF-93B8-75AD66498618}" type="presOf" srcId="{7CF96B03-AC73-47FC-8FE3-79E2C2518CBB}" destId="{EACAADC6-F496-490C-8C3E-9309E8AE6507}" srcOrd="0" destOrd="0" presId="urn:microsoft.com/office/officeart/2005/8/layout/hierarchy1"/>
    <dgm:cxn modelId="{8BC1237C-9667-40FD-9FA9-DA82AE933311}" type="presParOf" srcId="{C0D65406-4A49-4E53-82A2-4F7ABAB93A8D}" destId="{166D1295-0EA3-454F-827F-1FA1D1C1EF01}" srcOrd="0" destOrd="0" presId="urn:microsoft.com/office/officeart/2005/8/layout/hierarchy1"/>
    <dgm:cxn modelId="{DE617A19-5708-4CCA-813A-525B47BB869F}" type="presParOf" srcId="{166D1295-0EA3-454F-827F-1FA1D1C1EF01}" destId="{5ADBB64F-FEF3-4A6C-B934-82CC73E3865C}" srcOrd="0" destOrd="0" presId="urn:microsoft.com/office/officeart/2005/8/layout/hierarchy1"/>
    <dgm:cxn modelId="{872E5212-C2A7-4F97-A1A3-7CCC7FF6EABE}" type="presParOf" srcId="{5ADBB64F-FEF3-4A6C-B934-82CC73E3865C}" destId="{8E07356B-1883-4CAC-AD5E-9061A1D72E8A}" srcOrd="0" destOrd="0" presId="urn:microsoft.com/office/officeart/2005/8/layout/hierarchy1"/>
    <dgm:cxn modelId="{0EDFE4E5-7419-41A9-A6B2-C7905A58F2E1}" type="presParOf" srcId="{5ADBB64F-FEF3-4A6C-B934-82CC73E3865C}" destId="{E12A1606-22CC-487E-9974-CCD0389234AD}" srcOrd="1" destOrd="0" presId="urn:microsoft.com/office/officeart/2005/8/layout/hierarchy1"/>
    <dgm:cxn modelId="{A35F41CD-4611-43D6-8418-969694AF83EC}" type="presParOf" srcId="{166D1295-0EA3-454F-827F-1FA1D1C1EF01}" destId="{7ED5F966-D359-47BB-91EC-F59384E1C371}" srcOrd="1" destOrd="0" presId="urn:microsoft.com/office/officeart/2005/8/layout/hierarchy1"/>
    <dgm:cxn modelId="{A85D9F5D-8B83-4529-B776-18E92E4474C5}" type="presParOf" srcId="{C0D65406-4A49-4E53-82A2-4F7ABAB93A8D}" destId="{6F658BEB-DA7B-4A49-A474-48F9956CFD68}" srcOrd="1" destOrd="0" presId="urn:microsoft.com/office/officeart/2005/8/layout/hierarchy1"/>
    <dgm:cxn modelId="{174232FC-BCA5-4241-A0CE-39648B0A2DCD}" type="presParOf" srcId="{6F658BEB-DA7B-4A49-A474-48F9956CFD68}" destId="{8533DB6B-DA23-4481-8759-C38299249153}" srcOrd="0" destOrd="0" presId="urn:microsoft.com/office/officeart/2005/8/layout/hierarchy1"/>
    <dgm:cxn modelId="{A375A06B-D96E-4DE2-875B-1309B02BCD69}" type="presParOf" srcId="{8533DB6B-DA23-4481-8759-C38299249153}" destId="{FE1B369F-1D6A-48F1-A443-9C8358820092}" srcOrd="0" destOrd="0" presId="urn:microsoft.com/office/officeart/2005/8/layout/hierarchy1"/>
    <dgm:cxn modelId="{C341A9AE-DDCF-4285-94B2-53A48DEF8677}" type="presParOf" srcId="{8533DB6B-DA23-4481-8759-C38299249153}" destId="{0A96F2C9-588E-4605-85CF-87D225175FCA}" srcOrd="1" destOrd="0" presId="urn:microsoft.com/office/officeart/2005/8/layout/hierarchy1"/>
    <dgm:cxn modelId="{DBE3A83F-E5D4-4E4A-B27C-20C105C79A3F}" type="presParOf" srcId="{6F658BEB-DA7B-4A49-A474-48F9956CFD68}" destId="{F2455E7C-07B9-4A81-8C1C-5ED26993CA7F}" srcOrd="1" destOrd="0" presId="urn:microsoft.com/office/officeart/2005/8/layout/hierarchy1"/>
    <dgm:cxn modelId="{E616BDE3-0405-4498-A53E-6E65DA4E91D7}" type="presParOf" srcId="{C0D65406-4A49-4E53-82A2-4F7ABAB93A8D}" destId="{1446A917-65C2-48F1-BFDE-B4A31523E5DE}" srcOrd="2" destOrd="0" presId="urn:microsoft.com/office/officeart/2005/8/layout/hierarchy1"/>
    <dgm:cxn modelId="{7F48516D-533D-4EE5-B551-52CCBB3FF871}" type="presParOf" srcId="{1446A917-65C2-48F1-BFDE-B4A31523E5DE}" destId="{6BBF596D-D1BF-4F86-A410-C5F4F10B2354}" srcOrd="0" destOrd="0" presId="urn:microsoft.com/office/officeart/2005/8/layout/hierarchy1"/>
    <dgm:cxn modelId="{1D86AAE7-1890-4B1B-9E2F-E669CD5E2D8A}" type="presParOf" srcId="{6BBF596D-D1BF-4F86-A410-C5F4F10B2354}" destId="{602F7496-DD79-4C62-AE63-696CEEA00552}" srcOrd="0" destOrd="0" presId="urn:microsoft.com/office/officeart/2005/8/layout/hierarchy1"/>
    <dgm:cxn modelId="{4C71513C-2643-478A-9CEF-F98413E78DFF}" type="presParOf" srcId="{6BBF596D-D1BF-4F86-A410-C5F4F10B2354}" destId="{EACAADC6-F496-490C-8C3E-9309E8AE6507}" srcOrd="1" destOrd="0" presId="urn:microsoft.com/office/officeart/2005/8/layout/hierarchy1"/>
    <dgm:cxn modelId="{DAA9494C-C656-4ABD-8DDF-B4C7439B32EC}" type="presParOf" srcId="{1446A917-65C2-48F1-BFDE-B4A31523E5DE}" destId="{3949130A-4521-43D4-B5DE-273E08504E1F}"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44CBCDCD-5B84-42E3-9D8B-AA75D6F0320B}" type="doc">
      <dgm:prSet loTypeId="urn:microsoft.com/office/officeart/2018/2/layout/IconVerticalSolidList" loCatId="icon" qsTypeId="urn:microsoft.com/office/officeart/2005/8/quickstyle/simple1" qsCatId="simple" csTypeId="urn:microsoft.com/office/officeart/2018/5/colors/Iconchunking_neutralicontext_colorful1" csCatId="colorful" phldr="1"/>
      <dgm:spPr/>
      <dgm:t>
        <a:bodyPr/>
        <a:lstStyle/>
        <a:p>
          <a:endParaRPr lang="en-US"/>
        </a:p>
      </dgm:t>
    </dgm:pt>
    <dgm:pt modelId="{B1207AD3-E6AC-40DB-98F8-84596752833C}">
      <dgm:prSet/>
      <dgm:spPr/>
      <dgm:t>
        <a:bodyPr/>
        <a:lstStyle/>
        <a:p>
          <a:r>
            <a:rPr lang="en-US"/>
            <a:t>Smartmove system is a combined architecture(hybrid architecture) </a:t>
          </a:r>
        </a:p>
      </dgm:t>
    </dgm:pt>
    <dgm:pt modelId="{C26B95A2-469C-4571-81D4-945257D15F95}" type="parTrans" cxnId="{0ECD8260-FD02-4044-92CD-E535832FEE0C}">
      <dgm:prSet/>
      <dgm:spPr/>
      <dgm:t>
        <a:bodyPr/>
        <a:lstStyle/>
        <a:p>
          <a:endParaRPr lang="en-US"/>
        </a:p>
      </dgm:t>
    </dgm:pt>
    <dgm:pt modelId="{7A7A884E-75D2-4D83-BBEB-D6D69DB376AB}" type="sibTrans" cxnId="{0ECD8260-FD02-4044-92CD-E535832FEE0C}">
      <dgm:prSet/>
      <dgm:spPr/>
      <dgm:t>
        <a:bodyPr/>
        <a:lstStyle/>
        <a:p>
          <a:endParaRPr lang="en-US"/>
        </a:p>
      </dgm:t>
    </dgm:pt>
    <dgm:pt modelId="{4C3202FB-28EC-47A7-A477-2D0EB66971B9}">
      <dgm:prSet/>
      <dgm:spPr/>
      <dgm:t>
        <a:bodyPr/>
        <a:lstStyle/>
        <a:p>
          <a:r>
            <a:rPr lang="en-US"/>
            <a:t>Oracle database handle all the financial and user login and the MongoDB handles all the user communications and the interactions.</a:t>
          </a:r>
        </a:p>
      </dgm:t>
    </dgm:pt>
    <dgm:pt modelId="{69F95CEB-1F42-45E2-A2CB-726307FFFA11}" type="parTrans" cxnId="{F59E64AC-68A2-45C6-A6F3-F1F9294ADE74}">
      <dgm:prSet/>
      <dgm:spPr/>
      <dgm:t>
        <a:bodyPr/>
        <a:lstStyle/>
        <a:p>
          <a:endParaRPr lang="en-US"/>
        </a:p>
      </dgm:t>
    </dgm:pt>
    <dgm:pt modelId="{F0125F7A-8307-4C91-A41C-FBC2BC664C16}" type="sibTrans" cxnId="{F59E64AC-68A2-45C6-A6F3-F1F9294ADE74}">
      <dgm:prSet/>
      <dgm:spPr/>
      <dgm:t>
        <a:bodyPr/>
        <a:lstStyle/>
        <a:p>
          <a:endParaRPr lang="en-US"/>
        </a:p>
      </dgm:t>
    </dgm:pt>
    <dgm:pt modelId="{6096139A-B24C-4DAA-869C-D388FBCBA40C}">
      <dgm:prSet/>
      <dgm:spPr/>
      <dgm:t>
        <a:bodyPr/>
        <a:lstStyle/>
        <a:p>
          <a:r>
            <a:rPr lang="en-US"/>
            <a:t>The system creates highly efficient , real time transportation platform. </a:t>
          </a:r>
        </a:p>
      </dgm:t>
    </dgm:pt>
    <dgm:pt modelId="{8E63E9EF-AB1E-4049-9003-38A8A95C685C}" type="parTrans" cxnId="{1154B4AA-D655-4B2F-B2A6-07022024C5AA}">
      <dgm:prSet/>
      <dgm:spPr/>
      <dgm:t>
        <a:bodyPr/>
        <a:lstStyle/>
        <a:p>
          <a:endParaRPr lang="en-US"/>
        </a:p>
      </dgm:t>
    </dgm:pt>
    <dgm:pt modelId="{FD16990B-561C-4CAA-94B2-3546CA874D28}" type="sibTrans" cxnId="{1154B4AA-D655-4B2F-B2A6-07022024C5AA}">
      <dgm:prSet/>
      <dgm:spPr/>
      <dgm:t>
        <a:bodyPr/>
        <a:lstStyle/>
        <a:p>
          <a:endParaRPr lang="en-US"/>
        </a:p>
      </dgm:t>
    </dgm:pt>
    <dgm:pt modelId="{21F05F93-5B5A-4DF5-9F0E-8605476FDA29}" type="pres">
      <dgm:prSet presAssocID="{44CBCDCD-5B84-42E3-9D8B-AA75D6F0320B}" presName="root" presStyleCnt="0">
        <dgm:presLayoutVars>
          <dgm:dir/>
          <dgm:resizeHandles val="exact"/>
        </dgm:presLayoutVars>
      </dgm:prSet>
      <dgm:spPr/>
    </dgm:pt>
    <dgm:pt modelId="{B7E2683F-0F81-4EED-9602-343FD1B0E012}" type="pres">
      <dgm:prSet presAssocID="{B1207AD3-E6AC-40DB-98F8-84596752833C}" presName="compNode" presStyleCnt="0"/>
      <dgm:spPr/>
    </dgm:pt>
    <dgm:pt modelId="{36AB35B5-D4F5-4F21-9528-C2F183ACACC9}" type="pres">
      <dgm:prSet presAssocID="{B1207AD3-E6AC-40DB-98F8-84596752833C}" presName="bgRect" presStyleLbl="bgShp" presStyleIdx="0" presStyleCnt="3"/>
      <dgm:spPr/>
    </dgm:pt>
    <dgm:pt modelId="{BC683DE7-41A1-4727-B136-48B0398E7503}" type="pres">
      <dgm:prSet presAssocID="{B1207AD3-E6AC-40DB-98F8-84596752833C}"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Server"/>
        </a:ext>
      </dgm:extLst>
    </dgm:pt>
    <dgm:pt modelId="{FD9FBBA7-1E8E-4F3A-88D9-E35DA0C6F693}" type="pres">
      <dgm:prSet presAssocID="{B1207AD3-E6AC-40DB-98F8-84596752833C}" presName="spaceRect" presStyleCnt="0"/>
      <dgm:spPr/>
    </dgm:pt>
    <dgm:pt modelId="{7FDE4C46-33C2-4F15-B883-4DBC40FC9BD1}" type="pres">
      <dgm:prSet presAssocID="{B1207AD3-E6AC-40DB-98F8-84596752833C}" presName="parTx" presStyleLbl="revTx" presStyleIdx="0" presStyleCnt="3">
        <dgm:presLayoutVars>
          <dgm:chMax val="0"/>
          <dgm:chPref val="0"/>
        </dgm:presLayoutVars>
      </dgm:prSet>
      <dgm:spPr/>
    </dgm:pt>
    <dgm:pt modelId="{56E6525D-8D85-4ACC-B4ED-EDE909D94CDF}" type="pres">
      <dgm:prSet presAssocID="{7A7A884E-75D2-4D83-BBEB-D6D69DB376AB}" presName="sibTrans" presStyleCnt="0"/>
      <dgm:spPr/>
    </dgm:pt>
    <dgm:pt modelId="{348B4964-8D61-4E87-B19B-75C6BB07BC03}" type="pres">
      <dgm:prSet presAssocID="{4C3202FB-28EC-47A7-A477-2D0EB66971B9}" presName="compNode" presStyleCnt="0"/>
      <dgm:spPr/>
    </dgm:pt>
    <dgm:pt modelId="{BEF9EA96-68FA-4251-8E79-B47E99013767}" type="pres">
      <dgm:prSet presAssocID="{4C3202FB-28EC-47A7-A477-2D0EB66971B9}" presName="bgRect" presStyleLbl="bgShp" presStyleIdx="1" presStyleCnt="3"/>
      <dgm:spPr/>
    </dgm:pt>
    <dgm:pt modelId="{D8C91094-42D7-4979-996B-AC7545532834}" type="pres">
      <dgm:prSet presAssocID="{4C3202FB-28EC-47A7-A477-2D0EB66971B9}"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Database"/>
        </a:ext>
      </dgm:extLst>
    </dgm:pt>
    <dgm:pt modelId="{E46450B7-0777-452A-9F36-5226236F141B}" type="pres">
      <dgm:prSet presAssocID="{4C3202FB-28EC-47A7-A477-2D0EB66971B9}" presName="spaceRect" presStyleCnt="0"/>
      <dgm:spPr/>
    </dgm:pt>
    <dgm:pt modelId="{8E844769-202E-4FDF-BBC5-6623C39D5993}" type="pres">
      <dgm:prSet presAssocID="{4C3202FB-28EC-47A7-A477-2D0EB66971B9}" presName="parTx" presStyleLbl="revTx" presStyleIdx="1" presStyleCnt="3">
        <dgm:presLayoutVars>
          <dgm:chMax val="0"/>
          <dgm:chPref val="0"/>
        </dgm:presLayoutVars>
      </dgm:prSet>
      <dgm:spPr/>
    </dgm:pt>
    <dgm:pt modelId="{B9B53BAE-0DDD-4A2C-83EC-1DE64808631D}" type="pres">
      <dgm:prSet presAssocID="{F0125F7A-8307-4C91-A41C-FBC2BC664C16}" presName="sibTrans" presStyleCnt="0"/>
      <dgm:spPr/>
    </dgm:pt>
    <dgm:pt modelId="{D863C8A1-ABAE-4D6F-8034-07F5A4E2D2C5}" type="pres">
      <dgm:prSet presAssocID="{6096139A-B24C-4DAA-869C-D388FBCBA40C}" presName="compNode" presStyleCnt="0"/>
      <dgm:spPr/>
    </dgm:pt>
    <dgm:pt modelId="{16572C53-48CF-4C06-8F41-43F8174B52A8}" type="pres">
      <dgm:prSet presAssocID="{6096139A-B24C-4DAA-869C-D388FBCBA40C}" presName="bgRect" presStyleLbl="bgShp" presStyleIdx="2" presStyleCnt="3"/>
      <dgm:spPr/>
    </dgm:pt>
    <dgm:pt modelId="{5ECB0FEC-CBA3-4CC2-920A-958FBD206646}" type="pres">
      <dgm:prSet presAssocID="{6096139A-B24C-4DAA-869C-D388FBCBA40C}"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Taxi"/>
        </a:ext>
      </dgm:extLst>
    </dgm:pt>
    <dgm:pt modelId="{B16213A1-8C0A-43EB-947C-DFD3FFF812DC}" type="pres">
      <dgm:prSet presAssocID="{6096139A-B24C-4DAA-869C-D388FBCBA40C}" presName="spaceRect" presStyleCnt="0"/>
      <dgm:spPr/>
    </dgm:pt>
    <dgm:pt modelId="{7436E6B0-E270-4BCD-A116-C498FEA94366}" type="pres">
      <dgm:prSet presAssocID="{6096139A-B24C-4DAA-869C-D388FBCBA40C}" presName="parTx" presStyleLbl="revTx" presStyleIdx="2" presStyleCnt="3">
        <dgm:presLayoutVars>
          <dgm:chMax val="0"/>
          <dgm:chPref val="0"/>
        </dgm:presLayoutVars>
      </dgm:prSet>
      <dgm:spPr/>
    </dgm:pt>
  </dgm:ptLst>
  <dgm:cxnLst>
    <dgm:cxn modelId="{4DC4F806-2A52-415D-B703-79D4F9AA3C33}" type="presOf" srcId="{B1207AD3-E6AC-40DB-98F8-84596752833C}" destId="{7FDE4C46-33C2-4F15-B883-4DBC40FC9BD1}" srcOrd="0" destOrd="0" presId="urn:microsoft.com/office/officeart/2018/2/layout/IconVerticalSolidList"/>
    <dgm:cxn modelId="{0ECD8260-FD02-4044-92CD-E535832FEE0C}" srcId="{44CBCDCD-5B84-42E3-9D8B-AA75D6F0320B}" destId="{B1207AD3-E6AC-40DB-98F8-84596752833C}" srcOrd="0" destOrd="0" parTransId="{C26B95A2-469C-4571-81D4-945257D15F95}" sibTransId="{7A7A884E-75D2-4D83-BBEB-D6D69DB376AB}"/>
    <dgm:cxn modelId="{480EB057-EC42-40E0-AF2A-3683909AD5DD}" type="presOf" srcId="{44CBCDCD-5B84-42E3-9D8B-AA75D6F0320B}" destId="{21F05F93-5B5A-4DF5-9F0E-8605476FDA29}" srcOrd="0" destOrd="0" presId="urn:microsoft.com/office/officeart/2018/2/layout/IconVerticalSolidList"/>
    <dgm:cxn modelId="{AA1F805A-2BCF-4E90-A67E-264AD45B793A}" type="presOf" srcId="{6096139A-B24C-4DAA-869C-D388FBCBA40C}" destId="{7436E6B0-E270-4BCD-A116-C498FEA94366}" srcOrd="0" destOrd="0" presId="urn:microsoft.com/office/officeart/2018/2/layout/IconVerticalSolidList"/>
    <dgm:cxn modelId="{64A7199F-1689-423C-AC05-3A9444C7312E}" type="presOf" srcId="{4C3202FB-28EC-47A7-A477-2D0EB66971B9}" destId="{8E844769-202E-4FDF-BBC5-6623C39D5993}" srcOrd="0" destOrd="0" presId="urn:microsoft.com/office/officeart/2018/2/layout/IconVerticalSolidList"/>
    <dgm:cxn modelId="{1154B4AA-D655-4B2F-B2A6-07022024C5AA}" srcId="{44CBCDCD-5B84-42E3-9D8B-AA75D6F0320B}" destId="{6096139A-B24C-4DAA-869C-D388FBCBA40C}" srcOrd="2" destOrd="0" parTransId="{8E63E9EF-AB1E-4049-9003-38A8A95C685C}" sibTransId="{FD16990B-561C-4CAA-94B2-3546CA874D28}"/>
    <dgm:cxn modelId="{F59E64AC-68A2-45C6-A6F3-F1F9294ADE74}" srcId="{44CBCDCD-5B84-42E3-9D8B-AA75D6F0320B}" destId="{4C3202FB-28EC-47A7-A477-2D0EB66971B9}" srcOrd="1" destOrd="0" parTransId="{69F95CEB-1F42-45E2-A2CB-726307FFFA11}" sibTransId="{F0125F7A-8307-4C91-A41C-FBC2BC664C16}"/>
    <dgm:cxn modelId="{D1F87377-DD82-4685-9CC4-D1C87EC9BF42}" type="presParOf" srcId="{21F05F93-5B5A-4DF5-9F0E-8605476FDA29}" destId="{B7E2683F-0F81-4EED-9602-343FD1B0E012}" srcOrd="0" destOrd="0" presId="urn:microsoft.com/office/officeart/2018/2/layout/IconVerticalSolidList"/>
    <dgm:cxn modelId="{91AF5B6B-CC27-4E18-841C-73B39F5A8A5D}" type="presParOf" srcId="{B7E2683F-0F81-4EED-9602-343FD1B0E012}" destId="{36AB35B5-D4F5-4F21-9528-C2F183ACACC9}" srcOrd="0" destOrd="0" presId="urn:microsoft.com/office/officeart/2018/2/layout/IconVerticalSolidList"/>
    <dgm:cxn modelId="{9DD3D431-25CF-4AAD-91EE-F0569D7C2ABB}" type="presParOf" srcId="{B7E2683F-0F81-4EED-9602-343FD1B0E012}" destId="{BC683DE7-41A1-4727-B136-48B0398E7503}" srcOrd="1" destOrd="0" presId="urn:microsoft.com/office/officeart/2018/2/layout/IconVerticalSolidList"/>
    <dgm:cxn modelId="{E9560691-4FF7-4513-8D50-F9609AE59645}" type="presParOf" srcId="{B7E2683F-0F81-4EED-9602-343FD1B0E012}" destId="{FD9FBBA7-1E8E-4F3A-88D9-E35DA0C6F693}" srcOrd="2" destOrd="0" presId="urn:microsoft.com/office/officeart/2018/2/layout/IconVerticalSolidList"/>
    <dgm:cxn modelId="{D8E30564-BBC5-4DEA-9759-F446F451CB77}" type="presParOf" srcId="{B7E2683F-0F81-4EED-9602-343FD1B0E012}" destId="{7FDE4C46-33C2-4F15-B883-4DBC40FC9BD1}" srcOrd="3" destOrd="0" presId="urn:microsoft.com/office/officeart/2018/2/layout/IconVerticalSolidList"/>
    <dgm:cxn modelId="{E496D3DA-9A6D-4A69-8A14-3DC1516AF15A}" type="presParOf" srcId="{21F05F93-5B5A-4DF5-9F0E-8605476FDA29}" destId="{56E6525D-8D85-4ACC-B4ED-EDE909D94CDF}" srcOrd="1" destOrd="0" presId="urn:microsoft.com/office/officeart/2018/2/layout/IconVerticalSolidList"/>
    <dgm:cxn modelId="{08605C4C-1C49-4DDF-BA88-E7B7544C844E}" type="presParOf" srcId="{21F05F93-5B5A-4DF5-9F0E-8605476FDA29}" destId="{348B4964-8D61-4E87-B19B-75C6BB07BC03}" srcOrd="2" destOrd="0" presId="urn:microsoft.com/office/officeart/2018/2/layout/IconVerticalSolidList"/>
    <dgm:cxn modelId="{43DABFB3-8FDB-4279-9182-53A6CD446A0E}" type="presParOf" srcId="{348B4964-8D61-4E87-B19B-75C6BB07BC03}" destId="{BEF9EA96-68FA-4251-8E79-B47E99013767}" srcOrd="0" destOrd="0" presId="urn:microsoft.com/office/officeart/2018/2/layout/IconVerticalSolidList"/>
    <dgm:cxn modelId="{0FC7A67C-3B13-408A-8B12-A31D5B99676E}" type="presParOf" srcId="{348B4964-8D61-4E87-B19B-75C6BB07BC03}" destId="{D8C91094-42D7-4979-996B-AC7545532834}" srcOrd="1" destOrd="0" presId="urn:microsoft.com/office/officeart/2018/2/layout/IconVerticalSolidList"/>
    <dgm:cxn modelId="{CD549D33-386F-4986-9B90-3F4CA07536A9}" type="presParOf" srcId="{348B4964-8D61-4E87-B19B-75C6BB07BC03}" destId="{E46450B7-0777-452A-9F36-5226236F141B}" srcOrd="2" destOrd="0" presId="urn:microsoft.com/office/officeart/2018/2/layout/IconVerticalSolidList"/>
    <dgm:cxn modelId="{BDAADF3D-43C6-4ADC-9380-49DE0DC47985}" type="presParOf" srcId="{348B4964-8D61-4E87-B19B-75C6BB07BC03}" destId="{8E844769-202E-4FDF-BBC5-6623C39D5993}" srcOrd="3" destOrd="0" presId="urn:microsoft.com/office/officeart/2018/2/layout/IconVerticalSolidList"/>
    <dgm:cxn modelId="{ABA533D5-32E6-449A-B451-659F357E2EA6}" type="presParOf" srcId="{21F05F93-5B5A-4DF5-9F0E-8605476FDA29}" destId="{B9B53BAE-0DDD-4A2C-83EC-1DE64808631D}" srcOrd="3" destOrd="0" presId="urn:microsoft.com/office/officeart/2018/2/layout/IconVerticalSolidList"/>
    <dgm:cxn modelId="{27C47313-B786-42D8-BBC6-81E23F901A5E}" type="presParOf" srcId="{21F05F93-5B5A-4DF5-9F0E-8605476FDA29}" destId="{D863C8A1-ABAE-4D6F-8034-07F5A4E2D2C5}" srcOrd="4" destOrd="0" presId="urn:microsoft.com/office/officeart/2018/2/layout/IconVerticalSolidList"/>
    <dgm:cxn modelId="{D9DE236F-F740-46AE-898D-C329A90B5B48}" type="presParOf" srcId="{D863C8A1-ABAE-4D6F-8034-07F5A4E2D2C5}" destId="{16572C53-48CF-4C06-8F41-43F8174B52A8}" srcOrd="0" destOrd="0" presId="urn:microsoft.com/office/officeart/2018/2/layout/IconVerticalSolidList"/>
    <dgm:cxn modelId="{35B3C3FE-167E-4991-A5DE-4CB164CA752A}" type="presParOf" srcId="{D863C8A1-ABAE-4D6F-8034-07F5A4E2D2C5}" destId="{5ECB0FEC-CBA3-4CC2-920A-958FBD206646}" srcOrd="1" destOrd="0" presId="urn:microsoft.com/office/officeart/2018/2/layout/IconVerticalSolidList"/>
    <dgm:cxn modelId="{1C1856B5-D867-454A-81C0-CD95432C3846}" type="presParOf" srcId="{D863C8A1-ABAE-4D6F-8034-07F5A4E2D2C5}" destId="{B16213A1-8C0A-43EB-947C-DFD3FFF812DC}" srcOrd="2" destOrd="0" presId="urn:microsoft.com/office/officeart/2018/2/layout/IconVerticalSolidList"/>
    <dgm:cxn modelId="{2D6FEA3B-A646-4A63-92A7-681A5A6962D4}" type="presParOf" srcId="{D863C8A1-ABAE-4D6F-8034-07F5A4E2D2C5}" destId="{7436E6B0-E270-4BCD-A116-C498FEA94366}"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E0255C7-6D25-40AF-A94A-7A511FE21E6A}">
      <dsp:nvSpPr>
        <dsp:cNvPr id="0" name=""/>
        <dsp:cNvSpPr/>
      </dsp:nvSpPr>
      <dsp:spPr>
        <a:xfrm>
          <a:off x="0" y="0"/>
          <a:ext cx="6900512" cy="0"/>
        </a:xfrm>
        <a:prstGeom prst="line">
          <a:avLst/>
        </a:prstGeom>
        <a:solidFill>
          <a:schemeClr val="accent2">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61A4296-1145-4442-9D2C-27F4AC5C4D29}">
      <dsp:nvSpPr>
        <dsp:cNvPr id="0" name=""/>
        <dsp:cNvSpPr/>
      </dsp:nvSpPr>
      <dsp:spPr>
        <a:xfrm>
          <a:off x="0" y="0"/>
          <a:ext cx="6900512" cy="13840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870" tIns="102870" rIns="102870" bIns="102870" numCol="1" spcCol="1270" anchor="t" anchorCtr="0">
          <a:noAutofit/>
        </a:bodyPr>
        <a:lstStyle/>
        <a:p>
          <a:pPr marL="0" lvl="0" indent="0" algn="l" defTabSz="1200150">
            <a:lnSpc>
              <a:spcPct val="90000"/>
            </a:lnSpc>
            <a:spcBef>
              <a:spcPct val="0"/>
            </a:spcBef>
            <a:spcAft>
              <a:spcPct val="35000"/>
            </a:spcAft>
            <a:buNone/>
          </a:pPr>
          <a:r>
            <a:rPr lang="en-US" sz="2700" kern="1200"/>
            <a:t>SmartMove transportation systems follow nine co-operational areas that we can divide into three categories</a:t>
          </a:r>
        </a:p>
      </dsp:txBody>
      <dsp:txXfrm>
        <a:off x="0" y="0"/>
        <a:ext cx="6900512" cy="1384035"/>
      </dsp:txXfrm>
    </dsp:sp>
    <dsp:sp modelId="{B1ED00FF-018F-4F3F-8512-2F256372DE30}">
      <dsp:nvSpPr>
        <dsp:cNvPr id="0" name=""/>
        <dsp:cNvSpPr/>
      </dsp:nvSpPr>
      <dsp:spPr>
        <a:xfrm>
          <a:off x="0" y="1384035"/>
          <a:ext cx="6900512" cy="0"/>
        </a:xfrm>
        <a:prstGeom prst="line">
          <a:avLst/>
        </a:prstGeom>
        <a:solidFill>
          <a:schemeClr val="accent3">
            <a:hueOff val="0"/>
            <a:satOff val="0"/>
            <a:lumOff val="0"/>
            <a:alphaOff val="0"/>
          </a:schemeClr>
        </a:solidFill>
        <a:ln w="1905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5C376F6-462F-42DA-A565-1875BC3927A0}">
      <dsp:nvSpPr>
        <dsp:cNvPr id="0" name=""/>
        <dsp:cNvSpPr/>
      </dsp:nvSpPr>
      <dsp:spPr>
        <a:xfrm>
          <a:off x="0" y="1384035"/>
          <a:ext cx="6900512" cy="13840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870" tIns="102870" rIns="102870" bIns="102870" numCol="1" spcCol="1270" anchor="t" anchorCtr="0">
          <a:noAutofit/>
        </a:bodyPr>
        <a:lstStyle/>
        <a:p>
          <a:pPr marL="0" lvl="0" indent="0" algn="l" defTabSz="1200150">
            <a:lnSpc>
              <a:spcPct val="90000"/>
            </a:lnSpc>
            <a:spcBef>
              <a:spcPct val="0"/>
            </a:spcBef>
            <a:spcAft>
              <a:spcPct val="35000"/>
            </a:spcAft>
            <a:buNone/>
          </a:pPr>
          <a:r>
            <a:rPr lang="en-US" sz="2700" kern="1200"/>
            <a:t>1 Master Data – driver , route , vehicle, passenger management</a:t>
          </a:r>
        </a:p>
      </dsp:txBody>
      <dsp:txXfrm>
        <a:off x="0" y="1384035"/>
        <a:ext cx="6900512" cy="1384035"/>
      </dsp:txXfrm>
    </dsp:sp>
    <dsp:sp modelId="{20C026C3-3BE2-4D80-B352-357D8C424436}">
      <dsp:nvSpPr>
        <dsp:cNvPr id="0" name=""/>
        <dsp:cNvSpPr/>
      </dsp:nvSpPr>
      <dsp:spPr>
        <a:xfrm>
          <a:off x="0" y="2768070"/>
          <a:ext cx="6900512" cy="0"/>
        </a:xfrm>
        <a:prstGeom prst="line">
          <a:avLst/>
        </a:prstGeom>
        <a:solidFill>
          <a:schemeClr val="accent4">
            <a:hueOff val="0"/>
            <a:satOff val="0"/>
            <a:lumOff val="0"/>
            <a:alphaOff val="0"/>
          </a:schemeClr>
        </a:solidFill>
        <a:ln w="19050" cap="flat" cmpd="sng" algn="ctr">
          <a:solidFill>
            <a:schemeClr val="accent4">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D10CCB8-0EDB-462D-9F28-FADDC16413C4}">
      <dsp:nvSpPr>
        <dsp:cNvPr id="0" name=""/>
        <dsp:cNvSpPr/>
      </dsp:nvSpPr>
      <dsp:spPr>
        <a:xfrm>
          <a:off x="0" y="2768070"/>
          <a:ext cx="6900512" cy="13840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870" tIns="102870" rIns="102870" bIns="102870" numCol="1" spcCol="1270" anchor="t" anchorCtr="0">
          <a:noAutofit/>
        </a:bodyPr>
        <a:lstStyle/>
        <a:p>
          <a:pPr marL="0" lvl="0" indent="0" algn="l" defTabSz="1200150">
            <a:lnSpc>
              <a:spcPct val="90000"/>
            </a:lnSpc>
            <a:spcBef>
              <a:spcPct val="0"/>
            </a:spcBef>
            <a:spcAft>
              <a:spcPct val="35000"/>
            </a:spcAft>
            <a:buNone/>
          </a:pPr>
          <a:r>
            <a:rPr lang="en-US" sz="2700" kern="1200" dirty="0"/>
            <a:t>2 Transactional Data – trip scheduling , ticket booking, payment, maintenance management </a:t>
          </a:r>
        </a:p>
      </dsp:txBody>
      <dsp:txXfrm>
        <a:off x="0" y="2768070"/>
        <a:ext cx="6900512" cy="1384035"/>
      </dsp:txXfrm>
    </dsp:sp>
    <dsp:sp modelId="{BB2C309C-F1D1-4DB1-84E8-6FC8C54B8A87}">
      <dsp:nvSpPr>
        <dsp:cNvPr id="0" name=""/>
        <dsp:cNvSpPr/>
      </dsp:nvSpPr>
      <dsp:spPr>
        <a:xfrm>
          <a:off x="0" y="4152105"/>
          <a:ext cx="6900512" cy="0"/>
        </a:xfrm>
        <a:prstGeom prst="line">
          <a:avLst/>
        </a:prstGeom>
        <a:solidFill>
          <a:schemeClr val="accent5">
            <a:hueOff val="0"/>
            <a:satOff val="0"/>
            <a:lumOff val="0"/>
            <a:alphaOff val="0"/>
          </a:schemeClr>
        </a:solidFill>
        <a:ln w="1905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C228ACD-92DC-4855-8C87-19AEC2BBD6D3}">
      <dsp:nvSpPr>
        <dsp:cNvPr id="0" name=""/>
        <dsp:cNvSpPr/>
      </dsp:nvSpPr>
      <dsp:spPr>
        <a:xfrm>
          <a:off x="0" y="4152105"/>
          <a:ext cx="6900512" cy="13840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870" tIns="102870" rIns="102870" bIns="102870" numCol="1" spcCol="1270" anchor="t" anchorCtr="0">
          <a:noAutofit/>
        </a:bodyPr>
        <a:lstStyle/>
        <a:p>
          <a:pPr marL="0" lvl="0" indent="0" algn="l" defTabSz="1200150">
            <a:lnSpc>
              <a:spcPct val="90000"/>
            </a:lnSpc>
            <a:spcBef>
              <a:spcPct val="0"/>
            </a:spcBef>
            <a:spcAft>
              <a:spcPct val="35000"/>
            </a:spcAft>
            <a:buNone/>
          </a:pPr>
          <a:r>
            <a:rPr lang="en-US" sz="2700" kern="1200"/>
            <a:t>3 Dynamic Data – feedback and review management </a:t>
          </a:r>
          <a:endParaRPr lang="en-US" sz="2700" kern="1200" dirty="0"/>
        </a:p>
      </dsp:txBody>
      <dsp:txXfrm>
        <a:off x="0" y="4152105"/>
        <a:ext cx="6900512" cy="1384035"/>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A66A710-4814-4490-92DC-3ED12970EBC2}">
      <dsp:nvSpPr>
        <dsp:cNvPr id="0" name=""/>
        <dsp:cNvSpPr/>
      </dsp:nvSpPr>
      <dsp:spPr>
        <a:xfrm>
          <a:off x="679050" y="376937"/>
          <a:ext cx="1887187" cy="1887187"/>
        </a:xfrm>
        <a:prstGeom prst="round2DiagRect">
          <a:avLst>
            <a:gd name="adj1" fmla="val 29727"/>
            <a:gd name="adj2" fmla="val 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ACEBD6B-289F-4983-9709-D58435D3D896}">
      <dsp:nvSpPr>
        <dsp:cNvPr id="0" name=""/>
        <dsp:cNvSpPr/>
      </dsp:nvSpPr>
      <dsp:spPr>
        <a:xfrm>
          <a:off x="1081237" y="779125"/>
          <a:ext cx="1082812" cy="1082812"/>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0C3C74E3-1EA5-4C3B-A9A7-AB65087A620B}">
      <dsp:nvSpPr>
        <dsp:cNvPr id="0" name=""/>
        <dsp:cNvSpPr/>
      </dsp:nvSpPr>
      <dsp:spPr>
        <a:xfrm>
          <a:off x="75768" y="2851938"/>
          <a:ext cx="30937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defRPr cap="all"/>
          </a:pPr>
          <a:r>
            <a:rPr lang="en-US" sz="1200" kern="1200"/>
            <a:t>As foundational entities in the er diagram we have passenger , driver , vehicle and route and these tables managed by Oracle sequences. </a:t>
          </a:r>
        </a:p>
      </dsp:txBody>
      <dsp:txXfrm>
        <a:off x="75768" y="2851938"/>
        <a:ext cx="3093750" cy="720000"/>
      </dsp:txXfrm>
    </dsp:sp>
    <dsp:sp modelId="{3A209D8C-3782-4070-8425-638299F46DFD}">
      <dsp:nvSpPr>
        <dsp:cNvPr id="0" name=""/>
        <dsp:cNvSpPr/>
      </dsp:nvSpPr>
      <dsp:spPr>
        <a:xfrm>
          <a:off x="4314206" y="376937"/>
          <a:ext cx="1887187" cy="1887187"/>
        </a:xfrm>
        <a:prstGeom prst="round2DiagRect">
          <a:avLst>
            <a:gd name="adj1" fmla="val 29727"/>
            <a:gd name="adj2" fmla="val 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868EAA5-FAF3-492D-AD8F-019B68F3B7B0}">
      <dsp:nvSpPr>
        <dsp:cNvPr id="0" name=""/>
        <dsp:cNvSpPr/>
      </dsp:nvSpPr>
      <dsp:spPr>
        <a:xfrm>
          <a:off x="4716393" y="779125"/>
          <a:ext cx="1082812" cy="1082812"/>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200212D-15EB-4303-A7A9-F299B303B891}">
      <dsp:nvSpPr>
        <dsp:cNvPr id="0" name=""/>
        <dsp:cNvSpPr/>
      </dsp:nvSpPr>
      <dsp:spPr>
        <a:xfrm>
          <a:off x="3710925" y="2851938"/>
          <a:ext cx="30937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defRPr cap="all"/>
          </a:pPr>
          <a:r>
            <a:rPr lang="en-US" sz="1200" kern="1200"/>
            <a:t>Transactional entities trip, booking, payment , and maintenance entities are lined to foundational entities using foreign keys.</a:t>
          </a:r>
        </a:p>
      </dsp:txBody>
      <dsp:txXfrm>
        <a:off x="3710925" y="2851938"/>
        <a:ext cx="3093750" cy="720000"/>
      </dsp:txXfrm>
    </dsp:sp>
    <dsp:sp modelId="{19938D7F-7211-4C1E-B76F-D8F35E105F29}">
      <dsp:nvSpPr>
        <dsp:cNvPr id="0" name=""/>
        <dsp:cNvSpPr/>
      </dsp:nvSpPr>
      <dsp:spPr>
        <a:xfrm>
          <a:off x="7949362" y="376937"/>
          <a:ext cx="1887187" cy="1887187"/>
        </a:xfrm>
        <a:prstGeom prst="round2DiagRect">
          <a:avLst>
            <a:gd name="adj1" fmla="val 29727"/>
            <a:gd name="adj2" fmla="val 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8A5C998-B4AC-47BB-9443-6335CDE7A97D}">
      <dsp:nvSpPr>
        <dsp:cNvPr id="0" name=""/>
        <dsp:cNvSpPr/>
      </dsp:nvSpPr>
      <dsp:spPr>
        <a:xfrm>
          <a:off x="8351550" y="779125"/>
          <a:ext cx="1082812" cy="1082812"/>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4A7B5601-1D2C-49E2-ABD5-859930C0A6A7}">
      <dsp:nvSpPr>
        <dsp:cNvPr id="0" name=""/>
        <dsp:cNvSpPr/>
      </dsp:nvSpPr>
      <dsp:spPr>
        <a:xfrm>
          <a:off x="7346081" y="2851938"/>
          <a:ext cx="30937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defRPr cap="all"/>
          </a:pPr>
          <a:r>
            <a:rPr lang="en-US" sz="1200" kern="1200"/>
            <a:t>Security roles restrict to DML operations to ensure the application layer only accesses necessary data securely. </a:t>
          </a:r>
        </a:p>
      </dsp:txBody>
      <dsp:txXfrm>
        <a:off x="7346081" y="2851938"/>
        <a:ext cx="3093750" cy="72000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E07356B-1883-4CAC-AD5E-9061A1D72E8A}">
      <dsp:nvSpPr>
        <dsp:cNvPr id="0" name=""/>
        <dsp:cNvSpPr/>
      </dsp:nvSpPr>
      <dsp:spPr>
        <a:xfrm>
          <a:off x="0" y="706671"/>
          <a:ext cx="3073451" cy="1951641"/>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12A1606-22CC-487E-9974-CCD0389234AD}">
      <dsp:nvSpPr>
        <dsp:cNvPr id="0" name=""/>
        <dsp:cNvSpPr/>
      </dsp:nvSpPr>
      <dsp:spPr>
        <a:xfrm>
          <a:off x="341494" y="1031091"/>
          <a:ext cx="3073451" cy="1951641"/>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Oracle handles all the business data that cannot lead to any mistakes as examples payments , ticket booking and user accounts.</a:t>
          </a:r>
        </a:p>
      </dsp:txBody>
      <dsp:txXfrm>
        <a:off x="398656" y="1088253"/>
        <a:ext cx="2959127" cy="1837317"/>
      </dsp:txXfrm>
    </dsp:sp>
    <dsp:sp modelId="{FE1B369F-1D6A-48F1-A443-9C8358820092}">
      <dsp:nvSpPr>
        <dsp:cNvPr id="0" name=""/>
        <dsp:cNvSpPr/>
      </dsp:nvSpPr>
      <dsp:spPr>
        <a:xfrm>
          <a:off x="3756441" y="706671"/>
          <a:ext cx="3073451" cy="1951641"/>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A96F2C9-588E-4605-85CF-87D225175FCA}">
      <dsp:nvSpPr>
        <dsp:cNvPr id="0" name=""/>
        <dsp:cNvSpPr/>
      </dsp:nvSpPr>
      <dsp:spPr>
        <a:xfrm>
          <a:off x="4097935" y="1031091"/>
          <a:ext cx="3073451" cy="1951641"/>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while MongoDB manages all the changing data with time meaning the data that saved doesn’t have an exact same field</a:t>
          </a:r>
        </a:p>
      </dsp:txBody>
      <dsp:txXfrm>
        <a:off x="4155097" y="1088253"/>
        <a:ext cx="2959127" cy="1837317"/>
      </dsp:txXfrm>
    </dsp:sp>
    <dsp:sp modelId="{602F7496-DD79-4C62-AE63-696CEEA00552}">
      <dsp:nvSpPr>
        <dsp:cNvPr id="0" name=""/>
        <dsp:cNvSpPr/>
      </dsp:nvSpPr>
      <dsp:spPr>
        <a:xfrm>
          <a:off x="7512882" y="706671"/>
          <a:ext cx="3073451" cy="1951641"/>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ACAADC6-F496-490C-8C3E-9309E8AE6507}">
      <dsp:nvSpPr>
        <dsp:cNvPr id="0" name=""/>
        <dsp:cNvSpPr/>
      </dsp:nvSpPr>
      <dsp:spPr>
        <a:xfrm>
          <a:off x="7854377" y="1031091"/>
          <a:ext cx="3073451" cy="1951641"/>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the system has added schema flexibility so the users cannot enter empty or broken reviews.</a:t>
          </a:r>
        </a:p>
      </dsp:txBody>
      <dsp:txXfrm>
        <a:off x="7911539" y="1088253"/>
        <a:ext cx="2959127" cy="1837317"/>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6AB35B5-D4F5-4F21-9528-C2F183ACACC9}">
      <dsp:nvSpPr>
        <dsp:cNvPr id="0" name=""/>
        <dsp:cNvSpPr/>
      </dsp:nvSpPr>
      <dsp:spPr>
        <a:xfrm>
          <a:off x="0" y="531"/>
          <a:ext cx="10515600" cy="1244702"/>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C683DE7-41A1-4727-B136-48B0398E7503}">
      <dsp:nvSpPr>
        <dsp:cNvPr id="0" name=""/>
        <dsp:cNvSpPr/>
      </dsp:nvSpPr>
      <dsp:spPr>
        <a:xfrm>
          <a:off x="376522" y="280590"/>
          <a:ext cx="684586" cy="684586"/>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FDE4C46-33C2-4F15-B883-4DBC40FC9BD1}">
      <dsp:nvSpPr>
        <dsp:cNvPr id="0" name=""/>
        <dsp:cNvSpPr/>
      </dsp:nvSpPr>
      <dsp:spPr>
        <a:xfrm>
          <a:off x="1437631" y="531"/>
          <a:ext cx="9077968" cy="124470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731" tIns="131731" rIns="131731" bIns="131731" numCol="1" spcCol="1270" anchor="ctr" anchorCtr="0">
          <a:noAutofit/>
        </a:bodyPr>
        <a:lstStyle/>
        <a:p>
          <a:pPr marL="0" lvl="0" indent="0" algn="l" defTabSz="1022350">
            <a:lnSpc>
              <a:spcPct val="90000"/>
            </a:lnSpc>
            <a:spcBef>
              <a:spcPct val="0"/>
            </a:spcBef>
            <a:spcAft>
              <a:spcPct val="35000"/>
            </a:spcAft>
            <a:buNone/>
          </a:pPr>
          <a:r>
            <a:rPr lang="en-US" sz="2300" kern="1200"/>
            <a:t>Smartmove system is a combined architecture(hybrid architecture) </a:t>
          </a:r>
        </a:p>
      </dsp:txBody>
      <dsp:txXfrm>
        <a:off x="1437631" y="531"/>
        <a:ext cx="9077968" cy="1244702"/>
      </dsp:txXfrm>
    </dsp:sp>
    <dsp:sp modelId="{BEF9EA96-68FA-4251-8E79-B47E99013767}">
      <dsp:nvSpPr>
        <dsp:cNvPr id="0" name=""/>
        <dsp:cNvSpPr/>
      </dsp:nvSpPr>
      <dsp:spPr>
        <a:xfrm>
          <a:off x="0" y="1556410"/>
          <a:ext cx="10515600" cy="1244702"/>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8C91094-42D7-4979-996B-AC7545532834}">
      <dsp:nvSpPr>
        <dsp:cNvPr id="0" name=""/>
        <dsp:cNvSpPr/>
      </dsp:nvSpPr>
      <dsp:spPr>
        <a:xfrm>
          <a:off x="376522" y="1836468"/>
          <a:ext cx="684586" cy="684586"/>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8E844769-202E-4FDF-BBC5-6623C39D5993}">
      <dsp:nvSpPr>
        <dsp:cNvPr id="0" name=""/>
        <dsp:cNvSpPr/>
      </dsp:nvSpPr>
      <dsp:spPr>
        <a:xfrm>
          <a:off x="1437631" y="1556410"/>
          <a:ext cx="9077968" cy="124470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731" tIns="131731" rIns="131731" bIns="131731" numCol="1" spcCol="1270" anchor="ctr" anchorCtr="0">
          <a:noAutofit/>
        </a:bodyPr>
        <a:lstStyle/>
        <a:p>
          <a:pPr marL="0" lvl="0" indent="0" algn="l" defTabSz="1022350">
            <a:lnSpc>
              <a:spcPct val="90000"/>
            </a:lnSpc>
            <a:spcBef>
              <a:spcPct val="0"/>
            </a:spcBef>
            <a:spcAft>
              <a:spcPct val="35000"/>
            </a:spcAft>
            <a:buNone/>
          </a:pPr>
          <a:r>
            <a:rPr lang="en-US" sz="2300" kern="1200"/>
            <a:t>Oracle database handle all the financial and user login and the MongoDB handles all the user communications and the interactions.</a:t>
          </a:r>
        </a:p>
      </dsp:txBody>
      <dsp:txXfrm>
        <a:off x="1437631" y="1556410"/>
        <a:ext cx="9077968" cy="1244702"/>
      </dsp:txXfrm>
    </dsp:sp>
    <dsp:sp modelId="{16572C53-48CF-4C06-8F41-43F8174B52A8}">
      <dsp:nvSpPr>
        <dsp:cNvPr id="0" name=""/>
        <dsp:cNvSpPr/>
      </dsp:nvSpPr>
      <dsp:spPr>
        <a:xfrm>
          <a:off x="0" y="3112289"/>
          <a:ext cx="10515600" cy="1244702"/>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ECB0FEC-CBA3-4CC2-920A-958FBD206646}">
      <dsp:nvSpPr>
        <dsp:cNvPr id="0" name=""/>
        <dsp:cNvSpPr/>
      </dsp:nvSpPr>
      <dsp:spPr>
        <a:xfrm>
          <a:off x="376522" y="3392347"/>
          <a:ext cx="684586" cy="684586"/>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436E6B0-E270-4BCD-A116-C498FEA94366}">
      <dsp:nvSpPr>
        <dsp:cNvPr id="0" name=""/>
        <dsp:cNvSpPr/>
      </dsp:nvSpPr>
      <dsp:spPr>
        <a:xfrm>
          <a:off x="1437631" y="3112289"/>
          <a:ext cx="9077968" cy="124470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731" tIns="131731" rIns="131731" bIns="131731" numCol="1" spcCol="1270" anchor="ctr" anchorCtr="0">
          <a:noAutofit/>
        </a:bodyPr>
        <a:lstStyle/>
        <a:p>
          <a:pPr marL="0" lvl="0" indent="0" algn="l" defTabSz="1022350">
            <a:lnSpc>
              <a:spcPct val="90000"/>
            </a:lnSpc>
            <a:spcBef>
              <a:spcPct val="0"/>
            </a:spcBef>
            <a:spcAft>
              <a:spcPct val="35000"/>
            </a:spcAft>
            <a:buNone/>
          </a:pPr>
          <a:r>
            <a:rPr lang="en-US" sz="2300" kern="1200"/>
            <a:t>The system creates highly efficient , real time transportation platform. </a:t>
          </a:r>
        </a:p>
      </dsp:txBody>
      <dsp:txXfrm>
        <a:off x="1437631" y="3112289"/>
        <a:ext cx="9077968" cy="1244702"/>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2.xml><?xml version="1.0" encoding="utf-8"?>
<dgm:layoutDef xmlns:dgm="http://schemas.openxmlformats.org/drawingml/2006/diagram" xmlns:a="http://schemas.openxmlformats.org/drawingml/2006/main" uniqueId="urn:microsoft.com/office/officeart/2018/5/layout/IconLeafLabelList">
  <dgm:title val="Icon Leaf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round2DiagRect" r:blip="">
            <dgm:adjLst/>
            <dgm:extLst>
              <a:ext uri="{B698B0E9-8C71-41B9-8309-B3DCBF30829C}">
                <dgm1612:spPr xmlns:dgm1612="http://schemas.microsoft.com/office/drawing/2016/12/diagram">
                  <a:prstGeom prst="round2DiagRect">
                    <a:avLst>
                      <a:gd name="adj1" fmla="val 29727"/>
                      <a:gd name="adj2" fmla="val 0"/>
                    </a:avLst>
                  </a:prstGeom>
                </dgm1612:spPr>
              </a:ext>
            </dgm:ext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layout3.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F694C3-3A87-B4C3-FA02-20D0EBEA9AB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8BC12AF-51F5-5DBD-4BB5-C76E188DE30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49CE680-9657-E7E1-45F3-0F7E90BDB58F}"/>
              </a:ext>
            </a:extLst>
          </p:cNvPr>
          <p:cNvSpPr>
            <a:spLocks noGrp="1"/>
          </p:cNvSpPr>
          <p:nvPr>
            <p:ph type="dt" sz="half" idx="10"/>
          </p:nvPr>
        </p:nvSpPr>
        <p:spPr/>
        <p:txBody>
          <a:bodyPr/>
          <a:lstStyle/>
          <a:p>
            <a:fld id="{85EB398E-AAAD-4410-906C-BC0AC4EF4900}" type="datetimeFigureOut">
              <a:rPr lang="en-US" smtClean="0"/>
              <a:t>10/12/2026</a:t>
            </a:fld>
            <a:endParaRPr lang="en-US"/>
          </a:p>
        </p:txBody>
      </p:sp>
      <p:sp>
        <p:nvSpPr>
          <p:cNvPr id="5" name="Footer Placeholder 4">
            <a:extLst>
              <a:ext uri="{FF2B5EF4-FFF2-40B4-BE49-F238E27FC236}">
                <a16:creationId xmlns:a16="http://schemas.microsoft.com/office/drawing/2014/main" id="{31AF01C7-A21B-EFA7-517E-17EEAAD2A2D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C0A10FA-A0E9-91BF-7C3A-9B4EB7C2598A}"/>
              </a:ext>
            </a:extLst>
          </p:cNvPr>
          <p:cNvSpPr>
            <a:spLocks noGrp="1"/>
          </p:cNvSpPr>
          <p:nvPr>
            <p:ph type="sldNum" sz="quarter" idx="12"/>
          </p:nvPr>
        </p:nvSpPr>
        <p:spPr/>
        <p:txBody>
          <a:bodyPr/>
          <a:lstStyle/>
          <a:p>
            <a:fld id="{3DFCC5A2-D151-46F8-B73A-BF99CD28FE1B}" type="slidenum">
              <a:rPr lang="en-US" smtClean="0"/>
              <a:t>‹#›</a:t>
            </a:fld>
            <a:endParaRPr lang="en-US"/>
          </a:p>
        </p:txBody>
      </p:sp>
    </p:spTree>
    <p:extLst>
      <p:ext uri="{BB962C8B-B14F-4D97-AF65-F5344CB8AC3E}">
        <p14:creationId xmlns:p14="http://schemas.microsoft.com/office/powerpoint/2010/main" val="407508423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8823C7-0738-3AF3-70B0-6C88E4EDA69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C2A6BA7-7640-C33C-862D-FDEB7D4FF63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2E25792-CACC-DFF1-2A8F-1C9B10E46B1F}"/>
              </a:ext>
            </a:extLst>
          </p:cNvPr>
          <p:cNvSpPr>
            <a:spLocks noGrp="1"/>
          </p:cNvSpPr>
          <p:nvPr>
            <p:ph type="dt" sz="half" idx="10"/>
          </p:nvPr>
        </p:nvSpPr>
        <p:spPr/>
        <p:txBody>
          <a:bodyPr/>
          <a:lstStyle/>
          <a:p>
            <a:fld id="{85EB398E-AAAD-4410-906C-BC0AC4EF4900}" type="datetimeFigureOut">
              <a:rPr lang="en-US" smtClean="0"/>
              <a:t>10/12/2026</a:t>
            </a:fld>
            <a:endParaRPr lang="en-US"/>
          </a:p>
        </p:txBody>
      </p:sp>
      <p:sp>
        <p:nvSpPr>
          <p:cNvPr id="5" name="Footer Placeholder 4">
            <a:extLst>
              <a:ext uri="{FF2B5EF4-FFF2-40B4-BE49-F238E27FC236}">
                <a16:creationId xmlns:a16="http://schemas.microsoft.com/office/drawing/2014/main" id="{E1EC5A90-8192-1508-1255-E1C5DF17F0C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88C3-9ECC-877D-87B3-3EFAD49FEA9A}"/>
              </a:ext>
            </a:extLst>
          </p:cNvPr>
          <p:cNvSpPr>
            <a:spLocks noGrp="1"/>
          </p:cNvSpPr>
          <p:nvPr>
            <p:ph type="sldNum" sz="quarter" idx="12"/>
          </p:nvPr>
        </p:nvSpPr>
        <p:spPr/>
        <p:txBody>
          <a:bodyPr/>
          <a:lstStyle/>
          <a:p>
            <a:fld id="{3DFCC5A2-D151-46F8-B73A-BF99CD28FE1B}" type="slidenum">
              <a:rPr lang="en-US" smtClean="0"/>
              <a:t>‹#›</a:t>
            </a:fld>
            <a:endParaRPr lang="en-US"/>
          </a:p>
        </p:txBody>
      </p:sp>
    </p:spTree>
    <p:extLst>
      <p:ext uri="{BB962C8B-B14F-4D97-AF65-F5344CB8AC3E}">
        <p14:creationId xmlns:p14="http://schemas.microsoft.com/office/powerpoint/2010/main" val="18894736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7907FB-D720-51D8-36CA-F0B9466054E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BDDC81C-7BEF-4202-4D0D-9245EF10C45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EA02B27-9FD8-1695-823A-278A232251F5}"/>
              </a:ext>
            </a:extLst>
          </p:cNvPr>
          <p:cNvSpPr>
            <a:spLocks noGrp="1"/>
          </p:cNvSpPr>
          <p:nvPr>
            <p:ph type="dt" sz="half" idx="10"/>
          </p:nvPr>
        </p:nvSpPr>
        <p:spPr/>
        <p:txBody>
          <a:bodyPr/>
          <a:lstStyle/>
          <a:p>
            <a:fld id="{85EB398E-AAAD-4410-906C-BC0AC4EF4900}" type="datetimeFigureOut">
              <a:rPr lang="en-US" smtClean="0"/>
              <a:t>10/12/2026</a:t>
            </a:fld>
            <a:endParaRPr lang="en-US"/>
          </a:p>
        </p:txBody>
      </p:sp>
      <p:sp>
        <p:nvSpPr>
          <p:cNvPr id="5" name="Footer Placeholder 4">
            <a:extLst>
              <a:ext uri="{FF2B5EF4-FFF2-40B4-BE49-F238E27FC236}">
                <a16:creationId xmlns:a16="http://schemas.microsoft.com/office/drawing/2014/main" id="{DA9A6EE3-E93C-60E2-AB8C-5606C700262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F69F61D-98F9-DFD5-AB3C-E78AF70E6E37}"/>
              </a:ext>
            </a:extLst>
          </p:cNvPr>
          <p:cNvSpPr>
            <a:spLocks noGrp="1"/>
          </p:cNvSpPr>
          <p:nvPr>
            <p:ph type="sldNum" sz="quarter" idx="12"/>
          </p:nvPr>
        </p:nvSpPr>
        <p:spPr/>
        <p:txBody>
          <a:bodyPr/>
          <a:lstStyle/>
          <a:p>
            <a:fld id="{3DFCC5A2-D151-46F8-B73A-BF99CD28FE1B}" type="slidenum">
              <a:rPr lang="en-US" smtClean="0"/>
              <a:t>‹#›</a:t>
            </a:fld>
            <a:endParaRPr lang="en-US"/>
          </a:p>
        </p:txBody>
      </p:sp>
    </p:spTree>
    <p:extLst>
      <p:ext uri="{BB962C8B-B14F-4D97-AF65-F5344CB8AC3E}">
        <p14:creationId xmlns:p14="http://schemas.microsoft.com/office/powerpoint/2010/main" val="396106824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17A1A5-F6BC-AB5D-D096-BE5F67C518F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20B05B9-7EC0-4186-7674-A82ACE142B5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EE979EC-08CC-C7E9-6250-28013F0DF70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BA8B6C6B-1D0A-F029-AD97-EF30CF143CB2}"/>
              </a:ext>
            </a:extLst>
          </p:cNvPr>
          <p:cNvSpPr>
            <a:spLocks noGrp="1"/>
          </p:cNvSpPr>
          <p:nvPr>
            <p:ph type="dt" sz="half" idx="10"/>
          </p:nvPr>
        </p:nvSpPr>
        <p:spPr/>
        <p:txBody>
          <a:bodyPr/>
          <a:lstStyle/>
          <a:p>
            <a:fld id="{85EB398E-AAAD-4410-906C-BC0AC4EF4900}" type="datetimeFigureOut">
              <a:rPr lang="en-US" smtClean="0"/>
              <a:t>10/12/2026</a:t>
            </a:fld>
            <a:endParaRPr lang="en-US"/>
          </a:p>
        </p:txBody>
      </p:sp>
      <p:sp>
        <p:nvSpPr>
          <p:cNvPr id="6" name="Footer Placeholder 5">
            <a:extLst>
              <a:ext uri="{FF2B5EF4-FFF2-40B4-BE49-F238E27FC236}">
                <a16:creationId xmlns:a16="http://schemas.microsoft.com/office/drawing/2014/main" id="{AD57B669-3BAA-1DF0-1685-B163A055D39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30C447B-7641-3316-2DB3-2B28265F8822}"/>
              </a:ext>
            </a:extLst>
          </p:cNvPr>
          <p:cNvSpPr>
            <a:spLocks noGrp="1"/>
          </p:cNvSpPr>
          <p:nvPr>
            <p:ph type="sldNum" sz="quarter" idx="12"/>
          </p:nvPr>
        </p:nvSpPr>
        <p:spPr/>
        <p:txBody>
          <a:bodyPr/>
          <a:lstStyle/>
          <a:p>
            <a:fld id="{3DFCC5A2-D151-46F8-B73A-BF99CD28FE1B}" type="slidenum">
              <a:rPr lang="en-US" smtClean="0"/>
              <a:t>‹#›</a:t>
            </a:fld>
            <a:endParaRPr lang="en-US"/>
          </a:p>
        </p:txBody>
      </p:sp>
    </p:spTree>
    <p:extLst>
      <p:ext uri="{BB962C8B-B14F-4D97-AF65-F5344CB8AC3E}">
        <p14:creationId xmlns:p14="http://schemas.microsoft.com/office/powerpoint/2010/main" val="133784619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486A25-1F1F-A531-352B-9A09A5411F0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8994BFB-0965-69C1-709D-9E194EBB951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2344F1F-9E3D-2710-E389-A449F3F0FAD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F2CF9DC-865F-2417-98E1-CA528E691A3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6453E16-1F46-B878-B512-FED350F518F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C7F5240-FC37-E8D0-A718-7441560176E3}"/>
              </a:ext>
            </a:extLst>
          </p:cNvPr>
          <p:cNvSpPr>
            <a:spLocks noGrp="1"/>
          </p:cNvSpPr>
          <p:nvPr>
            <p:ph type="dt" sz="half" idx="10"/>
          </p:nvPr>
        </p:nvSpPr>
        <p:spPr/>
        <p:txBody>
          <a:bodyPr/>
          <a:lstStyle/>
          <a:p>
            <a:fld id="{85EB398E-AAAD-4410-906C-BC0AC4EF4900}" type="datetimeFigureOut">
              <a:rPr lang="en-US" smtClean="0"/>
              <a:t>10/12/2026</a:t>
            </a:fld>
            <a:endParaRPr lang="en-US"/>
          </a:p>
        </p:txBody>
      </p:sp>
      <p:sp>
        <p:nvSpPr>
          <p:cNvPr id="8" name="Footer Placeholder 7">
            <a:extLst>
              <a:ext uri="{FF2B5EF4-FFF2-40B4-BE49-F238E27FC236}">
                <a16:creationId xmlns:a16="http://schemas.microsoft.com/office/drawing/2014/main" id="{AF6B0AC9-E8CC-E0E7-B7D7-3B79377CE28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D14B488-1B45-F87F-E7E0-E59D942B2804}"/>
              </a:ext>
            </a:extLst>
          </p:cNvPr>
          <p:cNvSpPr>
            <a:spLocks noGrp="1"/>
          </p:cNvSpPr>
          <p:nvPr>
            <p:ph type="sldNum" sz="quarter" idx="12"/>
          </p:nvPr>
        </p:nvSpPr>
        <p:spPr/>
        <p:txBody>
          <a:bodyPr/>
          <a:lstStyle/>
          <a:p>
            <a:fld id="{3DFCC5A2-D151-46F8-B73A-BF99CD28FE1B}" type="slidenum">
              <a:rPr lang="en-US" smtClean="0"/>
              <a:t>‹#›</a:t>
            </a:fld>
            <a:endParaRPr lang="en-US"/>
          </a:p>
        </p:txBody>
      </p:sp>
    </p:spTree>
    <p:extLst>
      <p:ext uri="{BB962C8B-B14F-4D97-AF65-F5344CB8AC3E}">
        <p14:creationId xmlns:p14="http://schemas.microsoft.com/office/powerpoint/2010/main" val="36698767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7D4974-A07D-829E-104D-2ED8B492B42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EABF7C3-DB07-FB33-C08F-8C41EFAF6DE4}"/>
              </a:ext>
            </a:extLst>
          </p:cNvPr>
          <p:cNvSpPr>
            <a:spLocks noGrp="1"/>
          </p:cNvSpPr>
          <p:nvPr>
            <p:ph type="dt" sz="half" idx="10"/>
          </p:nvPr>
        </p:nvSpPr>
        <p:spPr/>
        <p:txBody>
          <a:bodyPr/>
          <a:lstStyle/>
          <a:p>
            <a:fld id="{85EB398E-AAAD-4410-906C-BC0AC4EF4900}" type="datetimeFigureOut">
              <a:rPr lang="en-US" smtClean="0"/>
              <a:t>10/12/2026</a:t>
            </a:fld>
            <a:endParaRPr lang="en-US"/>
          </a:p>
        </p:txBody>
      </p:sp>
      <p:sp>
        <p:nvSpPr>
          <p:cNvPr id="4" name="Footer Placeholder 3">
            <a:extLst>
              <a:ext uri="{FF2B5EF4-FFF2-40B4-BE49-F238E27FC236}">
                <a16:creationId xmlns:a16="http://schemas.microsoft.com/office/drawing/2014/main" id="{A471988E-32F8-872D-3D62-82E75F316C4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6109ABB-03EF-B25C-7FB1-377DD3BC1698}"/>
              </a:ext>
            </a:extLst>
          </p:cNvPr>
          <p:cNvSpPr>
            <a:spLocks noGrp="1"/>
          </p:cNvSpPr>
          <p:nvPr>
            <p:ph type="sldNum" sz="quarter" idx="12"/>
          </p:nvPr>
        </p:nvSpPr>
        <p:spPr/>
        <p:txBody>
          <a:bodyPr/>
          <a:lstStyle/>
          <a:p>
            <a:fld id="{3DFCC5A2-D151-46F8-B73A-BF99CD28FE1B}" type="slidenum">
              <a:rPr lang="en-US" smtClean="0"/>
              <a:t>‹#›</a:t>
            </a:fld>
            <a:endParaRPr lang="en-US"/>
          </a:p>
        </p:txBody>
      </p:sp>
    </p:spTree>
    <p:extLst>
      <p:ext uri="{BB962C8B-B14F-4D97-AF65-F5344CB8AC3E}">
        <p14:creationId xmlns:p14="http://schemas.microsoft.com/office/powerpoint/2010/main" val="18011274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BFD29AE-9F75-AF2B-3801-F280E78E43F7}"/>
              </a:ext>
            </a:extLst>
          </p:cNvPr>
          <p:cNvSpPr>
            <a:spLocks noGrp="1"/>
          </p:cNvSpPr>
          <p:nvPr>
            <p:ph type="dt" sz="half" idx="10"/>
          </p:nvPr>
        </p:nvSpPr>
        <p:spPr/>
        <p:txBody>
          <a:bodyPr/>
          <a:lstStyle/>
          <a:p>
            <a:fld id="{85EB398E-AAAD-4410-906C-BC0AC4EF4900}" type="datetimeFigureOut">
              <a:rPr lang="en-US" smtClean="0"/>
              <a:t>10/12/2026</a:t>
            </a:fld>
            <a:endParaRPr lang="en-US"/>
          </a:p>
        </p:txBody>
      </p:sp>
      <p:sp>
        <p:nvSpPr>
          <p:cNvPr id="3" name="Footer Placeholder 2">
            <a:extLst>
              <a:ext uri="{FF2B5EF4-FFF2-40B4-BE49-F238E27FC236}">
                <a16:creationId xmlns:a16="http://schemas.microsoft.com/office/drawing/2014/main" id="{3965BA9F-BD41-814D-43E2-D0B54174BA4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B4DE468-1A0A-E1DB-68AF-7B5E370FE417}"/>
              </a:ext>
            </a:extLst>
          </p:cNvPr>
          <p:cNvSpPr>
            <a:spLocks noGrp="1"/>
          </p:cNvSpPr>
          <p:nvPr>
            <p:ph type="sldNum" sz="quarter" idx="12"/>
          </p:nvPr>
        </p:nvSpPr>
        <p:spPr/>
        <p:txBody>
          <a:bodyPr/>
          <a:lstStyle/>
          <a:p>
            <a:fld id="{3DFCC5A2-D151-46F8-B73A-BF99CD28FE1B}" type="slidenum">
              <a:rPr lang="en-US" smtClean="0"/>
              <a:t>‹#›</a:t>
            </a:fld>
            <a:endParaRPr lang="en-US"/>
          </a:p>
        </p:txBody>
      </p:sp>
    </p:spTree>
    <p:extLst>
      <p:ext uri="{BB962C8B-B14F-4D97-AF65-F5344CB8AC3E}">
        <p14:creationId xmlns:p14="http://schemas.microsoft.com/office/powerpoint/2010/main" val="4810776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8EB707-B7FD-9A6B-A51B-5599B632896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7C7F26D-1884-243E-AC3F-1876A44086A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5CF7A61-E8AD-AFBE-EA4A-9C63BD92A00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7ABE962-5F77-4027-C046-31EE83810749}"/>
              </a:ext>
            </a:extLst>
          </p:cNvPr>
          <p:cNvSpPr>
            <a:spLocks noGrp="1"/>
          </p:cNvSpPr>
          <p:nvPr>
            <p:ph type="dt" sz="half" idx="10"/>
          </p:nvPr>
        </p:nvSpPr>
        <p:spPr/>
        <p:txBody>
          <a:bodyPr/>
          <a:lstStyle/>
          <a:p>
            <a:fld id="{85EB398E-AAAD-4410-906C-BC0AC4EF4900}" type="datetimeFigureOut">
              <a:rPr lang="en-US" smtClean="0"/>
              <a:t>10/12/2026</a:t>
            </a:fld>
            <a:endParaRPr lang="en-US"/>
          </a:p>
        </p:txBody>
      </p:sp>
      <p:sp>
        <p:nvSpPr>
          <p:cNvPr id="6" name="Footer Placeholder 5">
            <a:extLst>
              <a:ext uri="{FF2B5EF4-FFF2-40B4-BE49-F238E27FC236}">
                <a16:creationId xmlns:a16="http://schemas.microsoft.com/office/drawing/2014/main" id="{4B6B949D-7BA9-5E00-886A-0342DEC696E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FEEA757-5037-E112-19B0-6E0BF07576DE}"/>
              </a:ext>
            </a:extLst>
          </p:cNvPr>
          <p:cNvSpPr>
            <a:spLocks noGrp="1"/>
          </p:cNvSpPr>
          <p:nvPr>
            <p:ph type="sldNum" sz="quarter" idx="12"/>
          </p:nvPr>
        </p:nvSpPr>
        <p:spPr/>
        <p:txBody>
          <a:bodyPr/>
          <a:lstStyle/>
          <a:p>
            <a:fld id="{3DFCC5A2-D151-46F8-B73A-BF99CD28FE1B}" type="slidenum">
              <a:rPr lang="en-US" smtClean="0"/>
              <a:t>‹#›</a:t>
            </a:fld>
            <a:endParaRPr lang="en-US"/>
          </a:p>
        </p:txBody>
      </p:sp>
    </p:spTree>
    <p:extLst>
      <p:ext uri="{BB962C8B-B14F-4D97-AF65-F5344CB8AC3E}">
        <p14:creationId xmlns:p14="http://schemas.microsoft.com/office/powerpoint/2010/main" val="25005647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0DF6DB-4F5B-ADBD-BDBE-DF06B5183EA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D5D5880-96FB-8E8F-66AE-41177EB6DD69}"/>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C5B5CC3-64F0-176F-C523-2716DC56D99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3D30AE-61EC-9F4A-ED4D-E448AE545F9C}"/>
              </a:ext>
            </a:extLst>
          </p:cNvPr>
          <p:cNvSpPr>
            <a:spLocks noGrp="1"/>
          </p:cNvSpPr>
          <p:nvPr>
            <p:ph type="dt" sz="half" idx="10"/>
          </p:nvPr>
        </p:nvSpPr>
        <p:spPr/>
        <p:txBody>
          <a:bodyPr/>
          <a:lstStyle/>
          <a:p>
            <a:fld id="{85EB398E-AAAD-4410-906C-BC0AC4EF4900}" type="datetimeFigureOut">
              <a:rPr lang="en-US" smtClean="0"/>
              <a:t>10/12/2026</a:t>
            </a:fld>
            <a:endParaRPr lang="en-US"/>
          </a:p>
        </p:txBody>
      </p:sp>
      <p:sp>
        <p:nvSpPr>
          <p:cNvPr id="6" name="Footer Placeholder 5">
            <a:extLst>
              <a:ext uri="{FF2B5EF4-FFF2-40B4-BE49-F238E27FC236}">
                <a16:creationId xmlns:a16="http://schemas.microsoft.com/office/drawing/2014/main" id="{146B3840-4D3C-C4E9-F55C-BF902C71645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3B66478-62A6-F16A-1B1E-8237C951F9B1}"/>
              </a:ext>
            </a:extLst>
          </p:cNvPr>
          <p:cNvSpPr>
            <a:spLocks noGrp="1"/>
          </p:cNvSpPr>
          <p:nvPr>
            <p:ph type="sldNum" sz="quarter" idx="12"/>
          </p:nvPr>
        </p:nvSpPr>
        <p:spPr/>
        <p:txBody>
          <a:bodyPr/>
          <a:lstStyle/>
          <a:p>
            <a:fld id="{3DFCC5A2-D151-46F8-B73A-BF99CD28FE1B}" type="slidenum">
              <a:rPr lang="en-US" smtClean="0"/>
              <a:t>‹#›</a:t>
            </a:fld>
            <a:endParaRPr lang="en-US"/>
          </a:p>
        </p:txBody>
      </p:sp>
    </p:spTree>
    <p:extLst>
      <p:ext uri="{BB962C8B-B14F-4D97-AF65-F5344CB8AC3E}">
        <p14:creationId xmlns:p14="http://schemas.microsoft.com/office/powerpoint/2010/main" val="737852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068018-1EC4-A27E-6203-D50F6AF34B51}"/>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9061FA4-1F51-A93B-4D1D-143082B6A9F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E1F1542-A149-35AB-9EDB-97A4DCAFF6D4}"/>
              </a:ext>
            </a:extLst>
          </p:cNvPr>
          <p:cNvSpPr>
            <a:spLocks noGrp="1"/>
          </p:cNvSpPr>
          <p:nvPr>
            <p:ph type="dt" sz="half" idx="10"/>
          </p:nvPr>
        </p:nvSpPr>
        <p:spPr/>
        <p:txBody>
          <a:bodyPr/>
          <a:lstStyle/>
          <a:p>
            <a:fld id="{85EB398E-AAAD-4410-906C-BC0AC4EF4900}" type="datetimeFigureOut">
              <a:rPr lang="en-US" smtClean="0"/>
              <a:t>10/12/2026</a:t>
            </a:fld>
            <a:endParaRPr lang="en-US"/>
          </a:p>
        </p:txBody>
      </p:sp>
      <p:sp>
        <p:nvSpPr>
          <p:cNvPr id="5" name="Footer Placeholder 4">
            <a:extLst>
              <a:ext uri="{FF2B5EF4-FFF2-40B4-BE49-F238E27FC236}">
                <a16:creationId xmlns:a16="http://schemas.microsoft.com/office/drawing/2014/main" id="{613A971C-D1CC-C38D-87CA-3B2DBACCB42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767EB11-7218-F2FA-8C99-A7B1A065414E}"/>
              </a:ext>
            </a:extLst>
          </p:cNvPr>
          <p:cNvSpPr>
            <a:spLocks noGrp="1"/>
          </p:cNvSpPr>
          <p:nvPr>
            <p:ph type="sldNum" sz="quarter" idx="12"/>
          </p:nvPr>
        </p:nvSpPr>
        <p:spPr/>
        <p:txBody>
          <a:bodyPr/>
          <a:lstStyle/>
          <a:p>
            <a:fld id="{3DFCC5A2-D151-46F8-B73A-BF99CD28FE1B}" type="slidenum">
              <a:rPr lang="en-US" smtClean="0"/>
              <a:t>‹#›</a:t>
            </a:fld>
            <a:endParaRPr lang="en-US"/>
          </a:p>
        </p:txBody>
      </p:sp>
    </p:spTree>
    <p:extLst>
      <p:ext uri="{BB962C8B-B14F-4D97-AF65-F5344CB8AC3E}">
        <p14:creationId xmlns:p14="http://schemas.microsoft.com/office/powerpoint/2010/main" val="2010719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42B23D-B7E1-8B9F-FF48-4383A90A750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A663A2D-1534-85F5-E4B7-5BCE47F3D09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AD6C1D5-62D6-36BA-ECCB-8A2F6F067282}"/>
              </a:ext>
            </a:extLst>
          </p:cNvPr>
          <p:cNvSpPr>
            <a:spLocks noGrp="1"/>
          </p:cNvSpPr>
          <p:nvPr>
            <p:ph type="dt" sz="half" idx="10"/>
          </p:nvPr>
        </p:nvSpPr>
        <p:spPr/>
        <p:txBody>
          <a:bodyPr/>
          <a:lstStyle/>
          <a:p>
            <a:fld id="{85EB398E-AAAD-4410-906C-BC0AC4EF4900}" type="datetimeFigureOut">
              <a:rPr lang="en-US" smtClean="0"/>
              <a:t>10/12/2026</a:t>
            </a:fld>
            <a:endParaRPr lang="en-US"/>
          </a:p>
        </p:txBody>
      </p:sp>
      <p:sp>
        <p:nvSpPr>
          <p:cNvPr id="5" name="Footer Placeholder 4">
            <a:extLst>
              <a:ext uri="{FF2B5EF4-FFF2-40B4-BE49-F238E27FC236}">
                <a16:creationId xmlns:a16="http://schemas.microsoft.com/office/drawing/2014/main" id="{C681DD7F-3E3D-6089-CA8F-AB961B95FDE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C2C1EBD-4FE8-CD26-662B-AB7E9F3398E4}"/>
              </a:ext>
            </a:extLst>
          </p:cNvPr>
          <p:cNvSpPr>
            <a:spLocks noGrp="1"/>
          </p:cNvSpPr>
          <p:nvPr>
            <p:ph type="sldNum" sz="quarter" idx="12"/>
          </p:nvPr>
        </p:nvSpPr>
        <p:spPr/>
        <p:txBody>
          <a:bodyPr/>
          <a:lstStyle/>
          <a:p>
            <a:fld id="{3DFCC5A2-D151-46F8-B73A-BF99CD28FE1B}" type="slidenum">
              <a:rPr lang="en-US" smtClean="0"/>
              <a:t>‹#›</a:t>
            </a:fld>
            <a:endParaRPr lang="en-US"/>
          </a:p>
        </p:txBody>
      </p:sp>
    </p:spTree>
    <p:extLst>
      <p:ext uri="{BB962C8B-B14F-4D97-AF65-F5344CB8AC3E}">
        <p14:creationId xmlns:p14="http://schemas.microsoft.com/office/powerpoint/2010/main" val="69381962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4A49DD5-8078-7C17-D2A7-7088F075724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C203A90-0EDE-FE3B-A46D-7C91DC933F5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CD319B-CC4F-064C-BBAD-4898673B2CE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5EB398E-AAAD-4410-906C-BC0AC4EF4900}" type="datetimeFigureOut">
              <a:rPr lang="en-US" smtClean="0"/>
              <a:t>10/12/2026</a:t>
            </a:fld>
            <a:endParaRPr lang="en-US"/>
          </a:p>
        </p:txBody>
      </p:sp>
      <p:sp>
        <p:nvSpPr>
          <p:cNvPr id="5" name="Footer Placeholder 4">
            <a:extLst>
              <a:ext uri="{FF2B5EF4-FFF2-40B4-BE49-F238E27FC236}">
                <a16:creationId xmlns:a16="http://schemas.microsoft.com/office/drawing/2014/main" id="{315B120A-B427-C340-35FD-EBA01F25F49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E2435A9-620E-8C15-FF9F-489D0CD6C38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DFCC5A2-D151-46F8-B73A-BF99CD28FE1B}" type="slidenum">
              <a:rPr lang="en-US" smtClean="0"/>
              <a:t>‹#›</a:t>
            </a:fld>
            <a:endParaRPr lang="en-US"/>
          </a:p>
        </p:txBody>
      </p:sp>
    </p:spTree>
    <p:extLst>
      <p:ext uri="{BB962C8B-B14F-4D97-AF65-F5344CB8AC3E}">
        <p14:creationId xmlns:p14="http://schemas.microsoft.com/office/powerpoint/2010/main" val="330866746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sv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sv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1.xml"/><Relationship Id="rId3" Type="http://schemas.openxmlformats.org/officeDocument/2006/relationships/diagramLayout" Target="../diagrams/layout1.xml"/><Relationship Id="rId4" Type="http://schemas.openxmlformats.org/officeDocument/2006/relationships/diagramQuickStyle" Target="../diagrams/quickStyle1.xml"/><Relationship Id="rId5" Type="http://schemas.openxmlformats.org/officeDocument/2006/relationships/diagramColors" Target="../diagrams/colors1.xml"/><Relationship Id="rId6" Type="http://schemas.microsoft.com/office/2007/relationships/diagramDrawing" Target="../diagrams/drawing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1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2.xml"/><Relationship Id="rId3" Type="http://schemas.openxmlformats.org/officeDocument/2006/relationships/diagramLayout" Target="../diagrams/layout2.xml"/><Relationship Id="rId4" Type="http://schemas.openxmlformats.org/officeDocument/2006/relationships/diagramQuickStyle" Target="../diagrams/quickStyle2.xml"/><Relationship Id="rId5" Type="http://schemas.openxmlformats.org/officeDocument/2006/relationships/diagramColors" Target="../diagrams/colors2.xml"/><Relationship Id="rId6" Type="http://schemas.microsoft.com/office/2007/relationships/diagramDrawing" Target="../diagrams/drawing2.xml"/><Relationship Id="rId7" Type="http://schemas.openxmlformats.org/officeDocument/2006/relationships/image" Target="../media/image1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3.xml"/><Relationship Id="rId3" Type="http://schemas.openxmlformats.org/officeDocument/2006/relationships/diagramLayout" Target="../diagrams/layout3.xml"/><Relationship Id="rId4" Type="http://schemas.openxmlformats.org/officeDocument/2006/relationships/diagramQuickStyle" Target="../diagrams/quickStyle3.xml"/><Relationship Id="rId5" Type="http://schemas.openxmlformats.org/officeDocument/2006/relationships/diagramColors" Target="../diagrams/colors3.xml"/><Relationship Id="rId6" Type="http://schemas.microsoft.com/office/2007/relationships/diagramDrawing" Target="../diagrams/drawing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4.xml"/><Relationship Id="rId3" Type="http://schemas.openxmlformats.org/officeDocument/2006/relationships/diagramLayout" Target="../diagrams/layout4.xml"/><Relationship Id="rId4" Type="http://schemas.openxmlformats.org/officeDocument/2006/relationships/diagramQuickStyle" Target="../diagrams/quickStyle4.xml"/><Relationship Id="rId5" Type="http://schemas.openxmlformats.org/officeDocument/2006/relationships/diagramColors" Target="../diagrams/colors4.xml"/><Relationship Id="rId6" Type="http://schemas.microsoft.com/office/2007/relationships/diagramDrawing" Target="../diagrams/drawing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sv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777A147A-9ED8-46B4-8660-1B3C2AA880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DEE7949-FC69-563A-315E-E16E99D38B73}"/>
              </a:ext>
            </a:extLst>
          </p:cNvPr>
          <p:cNvSpPr>
            <a:spLocks noGrp="1"/>
          </p:cNvSpPr>
          <p:nvPr>
            <p:ph type="title"/>
          </p:nvPr>
        </p:nvSpPr>
        <p:spPr>
          <a:xfrm>
            <a:off x="841248" y="548640"/>
            <a:ext cx="3600860" cy="5431536"/>
          </a:xfrm>
        </p:spPr>
        <p:txBody>
          <a:bodyPr>
            <a:normAutofit/>
          </a:bodyPr>
          <a:lstStyle/>
          <a:p>
            <a:r>
              <a:rPr lang="en-US" sz="5000" dirty="0"/>
              <a:t>Data Management 2 Course Work Presentation</a:t>
            </a:r>
          </a:p>
        </p:txBody>
      </p:sp>
      <p:sp>
        <p:nvSpPr>
          <p:cNvPr id="31" name="sketch line">
            <a:extLst>
              <a:ext uri="{FF2B5EF4-FFF2-40B4-BE49-F238E27FC236}">
                <a16:creationId xmlns:a16="http://schemas.microsoft.com/office/drawing/2014/main" id="{5D6C15A0-C087-4593-8414-2B4EC1CDC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43983" y="3258715"/>
            <a:ext cx="4480560" cy="18288"/>
          </a:xfrm>
          <a:custGeom>
            <a:avLst/>
            <a:gdLst>
              <a:gd name="csX0" fmla="*/ 0 w 4480560"/>
              <a:gd name="csY0" fmla="*/ 0 h 18288"/>
              <a:gd name="csX1" fmla="*/ 595274 w 4480560"/>
              <a:gd name="csY1" fmla="*/ 0 h 18288"/>
              <a:gd name="csX2" fmla="*/ 1100938 w 4480560"/>
              <a:gd name="csY2" fmla="*/ 0 h 18288"/>
              <a:gd name="csX3" fmla="*/ 1651406 w 4480560"/>
              <a:gd name="csY3" fmla="*/ 0 h 18288"/>
              <a:gd name="csX4" fmla="*/ 2336292 w 4480560"/>
              <a:gd name="csY4" fmla="*/ 0 h 18288"/>
              <a:gd name="csX5" fmla="*/ 2931566 w 4480560"/>
              <a:gd name="csY5" fmla="*/ 0 h 18288"/>
              <a:gd name="csX6" fmla="*/ 3482035 w 4480560"/>
              <a:gd name="csY6" fmla="*/ 0 h 18288"/>
              <a:gd name="csX7" fmla="*/ 4480560 w 4480560"/>
              <a:gd name="csY7" fmla="*/ 0 h 18288"/>
              <a:gd name="csX8" fmla="*/ 4480560 w 4480560"/>
              <a:gd name="csY8" fmla="*/ 18288 h 18288"/>
              <a:gd name="csX9" fmla="*/ 3840480 w 4480560"/>
              <a:gd name="csY9" fmla="*/ 18288 h 18288"/>
              <a:gd name="csX10" fmla="*/ 3290011 w 4480560"/>
              <a:gd name="csY10" fmla="*/ 18288 h 18288"/>
              <a:gd name="csX11" fmla="*/ 2560320 w 4480560"/>
              <a:gd name="csY11" fmla="*/ 18288 h 18288"/>
              <a:gd name="csX12" fmla="*/ 1965046 w 4480560"/>
              <a:gd name="csY12" fmla="*/ 18288 h 18288"/>
              <a:gd name="csX13" fmla="*/ 1459382 w 4480560"/>
              <a:gd name="csY13" fmla="*/ 18288 h 18288"/>
              <a:gd name="csX14" fmla="*/ 774497 w 4480560"/>
              <a:gd name="csY14" fmla="*/ 18288 h 18288"/>
              <a:gd name="csX15" fmla="*/ 0 w 4480560"/>
              <a:gd name="csY15" fmla="*/ 18288 h 18288"/>
              <a:gd name="csX16" fmla="*/ 0 w 448056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480560" h="18288" fill="none" extrusionOk="0">
                <a:moveTo>
                  <a:pt x="0" y="0"/>
                </a:moveTo>
                <a:cubicBezTo>
                  <a:pt x="267821" y="8731"/>
                  <a:pt x="334105" y="2629"/>
                  <a:pt x="595274" y="0"/>
                </a:cubicBezTo>
                <a:cubicBezTo>
                  <a:pt x="856443" y="-2629"/>
                  <a:pt x="863808" y="-13353"/>
                  <a:pt x="1100938" y="0"/>
                </a:cubicBezTo>
                <a:cubicBezTo>
                  <a:pt x="1338068" y="13353"/>
                  <a:pt x="1431663" y="-25862"/>
                  <a:pt x="1651406" y="0"/>
                </a:cubicBezTo>
                <a:cubicBezTo>
                  <a:pt x="1871149" y="25862"/>
                  <a:pt x="2173163" y="23827"/>
                  <a:pt x="2336292" y="0"/>
                </a:cubicBezTo>
                <a:cubicBezTo>
                  <a:pt x="2499421" y="-23827"/>
                  <a:pt x="2720589" y="28148"/>
                  <a:pt x="2931566" y="0"/>
                </a:cubicBezTo>
                <a:cubicBezTo>
                  <a:pt x="3142543" y="-28148"/>
                  <a:pt x="3323630" y="27022"/>
                  <a:pt x="3482035" y="0"/>
                </a:cubicBezTo>
                <a:cubicBezTo>
                  <a:pt x="3640440" y="-27022"/>
                  <a:pt x="4012110" y="-20118"/>
                  <a:pt x="4480560" y="0"/>
                </a:cubicBezTo>
                <a:cubicBezTo>
                  <a:pt x="4480958" y="7429"/>
                  <a:pt x="4480540" y="10822"/>
                  <a:pt x="4480560" y="18288"/>
                </a:cubicBezTo>
                <a:cubicBezTo>
                  <a:pt x="4314132" y="14924"/>
                  <a:pt x="4028383" y="36632"/>
                  <a:pt x="3840480" y="18288"/>
                </a:cubicBezTo>
                <a:cubicBezTo>
                  <a:pt x="3652577" y="-56"/>
                  <a:pt x="3547615" y="2848"/>
                  <a:pt x="3290011" y="18288"/>
                </a:cubicBezTo>
                <a:cubicBezTo>
                  <a:pt x="3032407" y="33728"/>
                  <a:pt x="2830268" y="8719"/>
                  <a:pt x="2560320" y="18288"/>
                </a:cubicBezTo>
                <a:cubicBezTo>
                  <a:pt x="2290372" y="27857"/>
                  <a:pt x="2147422" y="6728"/>
                  <a:pt x="1965046" y="18288"/>
                </a:cubicBezTo>
                <a:cubicBezTo>
                  <a:pt x="1782670" y="29848"/>
                  <a:pt x="1689791" y="40680"/>
                  <a:pt x="1459382" y="18288"/>
                </a:cubicBezTo>
                <a:cubicBezTo>
                  <a:pt x="1228973" y="-4104"/>
                  <a:pt x="915486" y="36501"/>
                  <a:pt x="774497" y="18288"/>
                </a:cubicBezTo>
                <a:cubicBezTo>
                  <a:pt x="633508" y="75"/>
                  <a:pt x="361442" y="-11107"/>
                  <a:pt x="0" y="18288"/>
                </a:cubicBezTo>
                <a:cubicBezTo>
                  <a:pt x="-591" y="13205"/>
                  <a:pt x="-663" y="6329"/>
                  <a:pt x="0" y="0"/>
                </a:cubicBezTo>
                <a:close/>
              </a:path>
              <a:path w="4480560" h="18288" stroke="0" extrusionOk="0">
                <a:moveTo>
                  <a:pt x="0" y="0"/>
                </a:moveTo>
                <a:cubicBezTo>
                  <a:pt x="285465" y="225"/>
                  <a:pt x="322691" y="16223"/>
                  <a:pt x="595274" y="0"/>
                </a:cubicBezTo>
                <a:cubicBezTo>
                  <a:pt x="867857" y="-16223"/>
                  <a:pt x="989129" y="-11242"/>
                  <a:pt x="1100938" y="0"/>
                </a:cubicBezTo>
                <a:cubicBezTo>
                  <a:pt x="1212747" y="11242"/>
                  <a:pt x="1574350" y="-36410"/>
                  <a:pt x="1830629" y="0"/>
                </a:cubicBezTo>
                <a:cubicBezTo>
                  <a:pt x="2086908" y="36410"/>
                  <a:pt x="2180922" y="4645"/>
                  <a:pt x="2425903" y="0"/>
                </a:cubicBezTo>
                <a:cubicBezTo>
                  <a:pt x="2670884" y="-4645"/>
                  <a:pt x="2782024" y="22929"/>
                  <a:pt x="3021178" y="0"/>
                </a:cubicBezTo>
                <a:cubicBezTo>
                  <a:pt x="3260332" y="-22929"/>
                  <a:pt x="3456982" y="-1586"/>
                  <a:pt x="3750869" y="0"/>
                </a:cubicBezTo>
                <a:cubicBezTo>
                  <a:pt x="4044756" y="1586"/>
                  <a:pt x="4302726" y="17043"/>
                  <a:pt x="4480560" y="0"/>
                </a:cubicBezTo>
                <a:cubicBezTo>
                  <a:pt x="4479674" y="5429"/>
                  <a:pt x="4481381" y="14046"/>
                  <a:pt x="4480560" y="18288"/>
                </a:cubicBezTo>
                <a:cubicBezTo>
                  <a:pt x="4279652" y="-6850"/>
                  <a:pt x="4200762" y="41566"/>
                  <a:pt x="3930091" y="18288"/>
                </a:cubicBezTo>
                <a:cubicBezTo>
                  <a:pt x="3659420" y="-4990"/>
                  <a:pt x="3456052" y="22294"/>
                  <a:pt x="3290011" y="18288"/>
                </a:cubicBezTo>
                <a:cubicBezTo>
                  <a:pt x="3123970" y="14282"/>
                  <a:pt x="2882392" y="32818"/>
                  <a:pt x="2649931" y="18288"/>
                </a:cubicBezTo>
                <a:cubicBezTo>
                  <a:pt x="2417470" y="3758"/>
                  <a:pt x="2238426" y="7337"/>
                  <a:pt x="2054657" y="18288"/>
                </a:cubicBezTo>
                <a:cubicBezTo>
                  <a:pt x="1870888" y="29239"/>
                  <a:pt x="1566368" y="45040"/>
                  <a:pt x="1324966" y="18288"/>
                </a:cubicBezTo>
                <a:cubicBezTo>
                  <a:pt x="1083564" y="-8464"/>
                  <a:pt x="787410" y="10946"/>
                  <a:pt x="595274" y="18288"/>
                </a:cubicBezTo>
                <a:cubicBezTo>
                  <a:pt x="403138" y="25630"/>
                  <a:pt x="169622" y="10499"/>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FA0E0E96-2B66-F4EF-A0B4-A028201D5834}"/>
              </a:ext>
            </a:extLst>
          </p:cNvPr>
          <p:cNvSpPr>
            <a:spLocks noGrp="1"/>
          </p:cNvSpPr>
          <p:nvPr>
            <p:ph idx="1"/>
          </p:nvPr>
        </p:nvSpPr>
        <p:spPr>
          <a:xfrm>
            <a:off x="5126418" y="552091"/>
            <a:ext cx="6224335" cy="5431536"/>
          </a:xfrm>
        </p:spPr>
        <p:txBody>
          <a:bodyPr anchor="ctr">
            <a:normAutofit/>
          </a:bodyPr>
          <a:lstStyle/>
          <a:p>
            <a:pPr marL="0" indent="0">
              <a:buNone/>
            </a:pPr>
            <a:r>
              <a:rPr lang="en-US" sz="2200" dirty="0"/>
              <a:t>	Team members</a:t>
            </a:r>
          </a:p>
          <a:p>
            <a:pPr marL="0" indent="0">
              <a:buNone/>
            </a:pPr>
            <a:r>
              <a:rPr lang="en-US" sz="2200" dirty="0"/>
              <a:t>	</a:t>
            </a:r>
          </a:p>
          <a:p>
            <a:pPr marL="0" indent="0">
              <a:buNone/>
            </a:pPr>
            <a:r>
              <a:rPr lang="en-US" sz="2200" dirty="0"/>
              <a:t>	KGL </a:t>
            </a:r>
            <a:r>
              <a:rPr lang="en-US" sz="2200"/>
              <a:t>Sandanimne</a:t>
            </a:r>
            <a:r>
              <a:rPr lang="en-US" sz="2200" dirty="0"/>
              <a:t> COHNDSE261F-004</a:t>
            </a:r>
          </a:p>
          <a:p>
            <a:pPr marL="0" indent="0">
              <a:buNone/>
            </a:pPr>
            <a:r>
              <a:rPr lang="en-US" sz="2200" dirty="0"/>
              <a:t>                D.D Kandeepan    COHNDSE261F-028</a:t>
            </a:r>
          </a:p>
          <a:p>
            <a:pPr marL="0" indent="0">
              <a:buNone/>
            </a:pPr>
            <a:r>
              <a:rPr lang="en-US" sz="2200" dirty="0"/>
              <a:t>	</a:t>
            </a:r>
            <a:r>
              <a:rPr lang="en-US" sz="2200"/>
              <a:t>Arshath</a:t>
            </a:r>
            <a:r>
              <a:rPr lang="en-US" sz="2200" dirty="0"/>
              <a:t> MLM          COHNDSE261F-036</a:t>
            </a:r>
          </a:p>
          <a:p>
            <a:pPr marL="0" indent="0">
              <a:buNone/>
            </a:pPr>
            <a:r>
              <a:rPr lang="en-US" sz="2200" dirty="0"/>
              <a:t>                JHN Fernando        COHNDSE261F-037</a:t>
            </a:r>
          </a:p>
          <a:p>
            <a:endParaRPr lang="en-US" sz="2200" dirty="0"/>
          </a:p>
        </p:txBody>
      </p:sp>
    </p:spTree>
    <p:extLst>
      <p:ext uri="{BB962C8B-B14F-4D97-AF65-F5344CB8AC3E}">
        <p14:creationId xmlns:p14="http://schemas.microsoft.com/office/powerpoint/2010/main" val="418893976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943CAA20-3569-4189-9E48-239A229A86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E1921AA-E515-A0B4-27A6-5041C5C1822E}"/>
              </a:ext>
            </a:extLst>
          </p:cNvPr>
          <p:cNvSpPr>
            <a:spLocks noGrp="1"/>
          </p:cNvSpPr>
          <p:nvPr>
            <p:ph type="ctrTitle"/>
          </p:nvPr>
        </p:nvSpPr>
        <p:spPr>
          <a:xfrm>
            <a:off x="838200" y="451381"/>
            <a:ext cx="10512552" cy="4066540"/>
          </a:xfrm>
        </p:spPr>
        <p:txBody>
          <a:bodyPr anchor="b">
            <a:normAutofit/>
          </a:bodyPr>
          <a:lstStyle/>
          <a:p>
            <a:pPr algn="l"/>
            <a:r>
              <a:rPr lang="en-US" sz="6600"/>
              <a:t>Problem and Objectives</a:t>
            </a:r>
          </a:p>
        </p:txBody>
      </p:sp>
      <p:sp>
        <p:nvSpPr>
          <p:cNvPr id="9" name="sketch line">
            <a:extLst>
              <a:ext uri="{FF2B5EF4-FFF2-40B4-BE49-F238E27FC236}">
                <a16:creationId xmlns:a16="http://schemas.microsoft.com/office/drawing/2014/main" id="{DA542B6D-E775-4832-91DC-2D20F85781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17703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5199994-21AE-49A2-BA0D-12E295989A9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2" name="Title 1">
            <a:extLst>
              <a:ext uri="{FF2B5EF4-FFF2-40B4-BE49-F238E27FC236}">
                <a16:creationId xmlns:a16="http://schemas.microsoft.com/office/drawing/2014/main" id="{AFD97E75-7BA5-48EC-5D46-52FD46334D0B}"/>
              </a:ext>
            </a:extLst>
          </p:cNvPr>
          <p:cNvSpPr>
            <a:spLocks noGrp="1"/>
          </p:cNvSpPr>
          <p:nvPr>
            <p:ph type="title"/>
          </p:nvPr>
        </p:nvSpPr>
        <p:spPr>
          <a:xfrm>
            <a:off x="6769570" y="530578"/>
            <a:ext cx="4771178" cy="1160110"/>
          </a:xfrm>
        </p:spPr>
        <p:txBody>
          <a:bodyPr>
            <a:normAutofit/>
          </a:bodyPr>
          <a:lstStyle/>
          <a:p>
            <a:r>
              <a:rPr lang="en-US"/>
              <a:t>The problem</a:t>
            </a:r>
            <a:endParaRPr lang="en-US" dirty="0"/>
          </a:p>
        </p:txBody>
      </p:sp>
      <p:pic>
        <p:nvPicPr>
          <p:cNvPr id="7" name="Graphic 6" descr="Pilot">
            <a:extLst>
              <a:ext uri="{FF2B5EF4-FFF2-40B4-BE49-F238E27FC236}">
                <a16:creationId xmlns:a16="http://schemas.microsoft.com/office/drawing/2014/main" id="{D2F84007-F178-545F-7590-8140E0A388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838199" y="652458"/>
            <a:ext cx="5440195" cy="5440195"/>
          </a:xfrm>
          <a:custGeom>
            <a:avLst/>
            <a:gdLst/>
            <a:ahLst/>
            <a:cxnLst/>
            <a:rect l="l" t="t" r="r" b="b"/>
            <a:pathLst>
              <a:path w="4643496" h="5550370">
                <a:moveTo>
                  <a:pt x="81586" y="0"/>
                </a:moveTo>
                <a:lnTo>
                  <a:pt x="4561910" y="0"/>
                </a:lnTo>
                <a:cubicBezTo>
                  <a:pt x="4606969" y="0"/>
                  <a:pt x="4643496" y="36527"/>
                  <a:pt x="4643496" y="81586"/>
                </a:cubicBezTo>
                <a:lnTo>
                  <a:pt x="4643496" y="5468784"/>
                </a:lnTo>
                <a:cubicBezTo>
                  <a:pt x="4643496" y="5513843"/>
                  <a:pt x="4606969" y="5550370"/>
                  <a:pt x="4561910" y="5550370"/>
                </a:cubicBezTo>
                <a:lnTo>
                  <a:pt x="81586" y="5550370"/>
                </a:lnTo>
                <a:cubicBezTo>
                  <a:pt x="36527" y="5550370"/>
                  <a:pt x="0" y="5513843"/>
                  <a:pt x="0" y="5468784"/>
                </a:cubicBezTo>
                <a:lnTo>
                  <a:pt x="0" y="81586"/>
                </a:lnTo>
                <a:cubicBezTo>
                  <a:pt x="0" y="36527"/>
                  <a:pt x="36527" y="0"/>
                  <a:pt x="81586" y="0"/>
                </a:cubicBezTo>
                <a:close/>
              </a:path>
            </a:pathLst>
          </a:custGeom>
        </p:spPr>
      </p:pic>
      <p:sp>
        <p:nvSpPr>
          <p:cNvPr id="12" name="Arc 11">
            <a:extLst>
              <a:ext uri="{FF2B5EF4-FFF2-40B4-BE49-F238E27FC236}">
                <a16:creationId xmlns:a16="http://schemas.microsoft.com/office/drawing/2014/main" id="{A2C34835-4F79-4934-B151-D68E79764C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269068">
            <a:off x="8717845" y="3339275"/>
            <a:ext cx="2987899" cy="2987899"/>
          </a:xfrm>
          <a:prstGeom prst="arc">
            <a:avLst>
              <a:gd name="adj1" fmla="val 14441841"/>
              <a:gd name="adj2" fmla="val 0"/>
            </a:avLst>
          </a:prstGeom>
          <a:ln w="127000" cap="rnd">
            <a:solidFill>
              <a:schemeClr val="accent4">
                <a:alpha val="95000"/>
              </a:schemeClr>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3" name="Content Placeholder 2">
            <a:extLst>
              <a:ext uri="{FF2B5EF4-FFF2-40B4-BE49-F238E27FC236}">
                <a16:creationId xmlns:a16="http://schemas.microsoft.com/office/drawing/2014/main" id="{1287C731-05E9-11F6-1B66-46C4070CE2AA}"/>
              </a:ext>
            </a:extLst>
          </p:cNvPr>
          <p:cNvSpPr>
            <a:spLocks noGrp="1"/>
          </p:cNvSpPr>
          <p:nvPr>
            <p:ph idx="1"/>
          </p:nvPr>
        </p:nvSpPr>
        <p:spPr>
          <a:xfrm>
            <a:off x="6769570" y="1825625"/>
            <a:ext cx="4771178" cy="4388908"/>
          </a:xfrm>
        </p:spPr>
        <p:txBody>
          <a:bodyPr>
            <a:normAutofit/>
          </a:bodyPr>
          <a:lstStyle/>
          <a:p>
            <a:pPr marL="0" indent="0">
              <a:buNone/>
            </a:pPr>
            <a:endParaRPr lang="en-US" sz="2400"/>
          </a:p>
          <a:p>
            <a:r>
              <a:rPr lang="en-US" sz="2400"/>
              <a:t> When managing passenger transportations vehicle operations, driver assignments, passenger   registrations, route planning, trip scheduling, ticket reservations, payment processing, and customer feedback is highly inefficient when the system handled manually and disjoint system. </a:t>
            </a:r>
          </a:p>
          <a:p>
            <a:pPr marL="0" indent="0">
              <a:buNone/>
            </a:pPr>
            <a:endParaRPr lang="en-US" sz="2400"/>
          </a:p>
          <a:p>
            <a:endParaRPr lang="en-US" sz="2400"/>
          </a:p>
          <a:p>
            <a:endParaRPr lang="en-US" sz="2400"/>
          </a:p>
          <a:p>
            <a:endParaRPr lang="en-US" sz="2400"/>
          </a:p>
          <a:p>
            <a:endParaRPr lang="en-US" sz="2400"/>
          </a:p>
          <a:p>
            <a:endParaRPr lang="en-US" sz="2400"/>
          </a:p>
          <a:p>
            <a:endParaRPr lang="en-US" sz="2400"/>
          </a:p>
          <a:p>
            <a:endParaRPr lang="en-US" sz="2400"/>
          </a:p>
          <a:p>
            <a:endParaRPr lang="en-US" sz="2400"/>
          </a:p>
          <a:p>
            <a:endParaRPr lang="en-US" sz="2400"/>
          </a:p>
          <a:p>
            <a:endParaRPr lang="en-US" sz="2400"/>
          </a:p>
          <a:p>
            <a:endParaRPr lang="en-US" sz="2400"/>
          </a:p>
          <a:p>
            <a:endParaRPr lang="en-US" sz="2400"/>
          </a:p>
          <a:p>
            <a:endParaRPr lang="en-US" sz="2400"/>
          </a:p>
          <a:p>
            <a:pPr marL="0" indent="0">
              <a:buNone/>
            </a:pPr>
            <a:endParaRPr lang="en-US" sz="2400"/>
          </a:p>
        </p:txBody>
      </p:sp>
    </p:spTree>
    <p:extLst>
      <p:ext uri="{BB962C8B-B14F-4D97-AF65-F5344CB8AC3E}">
        <p14:creationId xmlns:p14="http://schemas.microsoft.com/office/powerpoint/2010/main" val="25195638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7B831B6F-405A-4B47-B9BB-5CA88F2858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8CBDF12-D83D-9C6D-4C14-5E7D09740733}"/>
              </a:ext>
            </a:extLst>
          </p:cNvPr>
          <p:cNvSpPr>
            <a:spLocks noGrp="1"/>
          </p:cNvSpPr>
          <p:nvPr>
            <p:ph type="title"/>
          </p:nvPr>
        </p:nvSpPr>
        <p:spPr>
          <a:xfrm>
            <a:off x="6739128" y="638089"/>
            <a:ext cx="4818888" cy="1476801"/>
          </a:xfrm>
        </p:spPr>
        <p:txBody>
          <a:bodyPr anchor="b">
            <a:normAutofit/>
          </a:bodyPr>
          <a:lstStyle/>
          <a:p>
            <a:r>
              <a:rPr lang="en-US" sz="5400"/>
              <a:t>The objective </a:t>
            </a:r>
          </a:p>
        </p:txBody>
      </p:sp>
      <p:pic>
        <p:nvPicPr>
          <p:cNvPr id="7" name="Graphic 6" descr="Truck">
            <a:extLst>
              <a:ext uri="{FF2B5EF4-FFF2-40B4-BE49-F238E27FC236}">
                <a16:creationId xmlns:a16="http://schemas.microsoft.com/office/drawing/2014/main" id="{BED4BF97-1B05-0FA1-9F42-AC71A29D383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30936" y="699516"/>
            <a:ext cx="5458968" cy="5458968"/>
          </a:xfrm>
          <a:prstGeom prst="rect">
            <a:avLst/>
          </a:prstGeom>
        </p:spPr>
      </p:pic>
      <p:sp>
        <p:nvSpPr>
          <p:cNvPr id="21" name="sketch line">
            <a:extLst>
              <a:ext uri="{FF2B5EF4-FFF2-40B4-BE49-F238E27FC236}">
                <a16:creationId xmlns:a16="http://schemas.microsoft.com/office/drawing/2014/main" id="{953EE71A-6488-4203-A7C4-77102FD0DC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39128" y="2372868"/>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8ACBC2A4-DAD3-26EC-CCBA-60BB586756CA}"/>
              </a:ext>
            </a:extLst>
          </p:cNvPr>
          <p:cNvSpPr>
            <a:spLocks noGrp="1"/>
          </p:cNvSpPr>
          <p:nvPr>
            <p:ph idx="1"/>
          </p:nvPr>
        </p:nvSpPr>
        <p:spPr>
          <a:xfrm>
            <a:off x="6739128" y="2664886"/>
            <a:ext cx="4818888" cy="3550789"/>
          </a:xfrm>
        </p:spPr>
        <p:txBody>
          <a:bodyPr anchor="t">
            <a:normAutofit/>
          </a:bodyPr>
          <a:lstStyle/>
          <a:p>
            <a:r>
              <a:rPr lang="en-US" sz="1700"/>
              <a:t>As for the solution our group was decided to built a SmartMove transportation system. </a:t>
            </a:r>
          </a:p>
          <a:p>
            <a:r>
              <a:rPr lang="en-US" sz="1700"/>
              <a:t>As system capabilities this application can offer real-time trip management, digital ticket booking, and operational oversight.</a:t>
            </a:r>
          </a:p>
          <a:p>
            <a:r>
              <a:rPr lang="en-US" sz="1700"/>
              <a:t>The system database has hybrid database architecture. Oracle Database for secure transactional data and MongoDB is used for flexible, unstructured multimedia and feedback integration.</a:t>
            </a:r>
          </a:p>
          <a:p>
            <a:pPr marL="0" indent="0">
              <a:buNone/>
            </a:pPr>
            <a:endParaRPr lang="en-US" sz="1700"/>
          </a:p>
          <a:p>
            <a:pPr marL="0" indent="0">
              <a:buNone/>
            </a:pPr>
            <a:r>
              <a:rPr lang="en-US" sz="1700"/>
              <a:t>  </a:t>
            </a:r>
          </a:p>
          <a:p>
            <a:endParaRPr lang="en-US" sz="1700"/>
          </a:p>
        </p:txBody>
      </p:sp>
    </p:spTree>
    <p:extLst>
      <p:ext uri="{BB962C8B-B14F-4D97-AF65-F5344CB8AC3E}">
        <p14:creationId xmlns:p14="http://schemas.microsoft.com/office/powerpoint/2010/main" val="347057701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2E442304-DDBD-4F7B-8017-36BCC863FB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pPr algn="ctr">
              <a:defRPr b="1" sz="1800">
                <a:solidFill>
                  <a:srgbClr val="0F172A"/>
                </a:solidFill>
              </a:defRPr>
            </a:pPr>
            <a:r>
              <a:t>Functional &amp; Technical Requirements Overview</a:t>
            </a:r>
            <a:endParaRPr lang="en-US"/>
          </a:p>
          <a:p>
            <a:pPr>
              <a:defRPr sz="1300">
                <a:solidFill>
                  <a:srgbClr val="334155"/>
                </a:solidFill>
              </a:defRPr>
            </a:pPr>
            <a:r>
              <a:t>• User Authentication &amp; Role-Based Access Control (Admin, Driver, Passenger)</a:t>
            </a:r>
          </a:p>
          <a:p>
            <a:pPr>
              <a:defRPr sz="1300">
                <a:solidFill>
                  <a:srgbClr val="334155"/>
                </a:solidFill>
              </a:defRPr>
            </a:pPr>
            <a:r>
              <a:t>• Fleet &amp; Driver Management (Vehicle specs, licenses, ratings, active status)</a:t>
            </a:r>
          </a:p>
          <a:p>
            <a:pPr>
              <a:defRPr sz="1300">
                <a:solidFill>
                  <a:srgbClr val="334155"/>
                </a:solidFill>
              </a:defRPr>
            </a:pPr>
            <a:r>
              <a:t>• Route Planning &amp; Dynamic Fare Calculation (Base fare + distance-based pricing)</a:t>
            </a:r>
          </a:p>
          <a:p>
            <a:pPr>
              <a:defRPr sz="1300">
                <a:solidFill>
                  <a:srgbClr val="334155"/>
                </a:solidFill>
              </a:defRPr>
            </a:pPr>
            <a:r>
              <a:t>• Trip Scheduling &amp; Real-Time Seat Allocation with ACID concurrency control</a:t>
            </a:r>
          </a:p>
          <a:p>
            <a:pPr>
              <a:defRPr sz="1300">
                <a:solidFill>
                  <a:srgbClr val="334155"/>
                </a:solidFill>
              </a:defRPr>
            </a:pPr>
            <a:r>
              <a:t>• Card Payment Processing &amp; Instant Booking Confirmation vouchers</a:t>
            </a:r>
          </a:p>
          <a:p>
            <a:pPr>
              <a:defRPr sz="1300">
                <a:solidFill>
                  <a:srgbClr val="334155"/>
                </a:solidFill>
              </a:defRPr>
            </a:pPr>
            <a:r>
              <a:t>• Preventative Maintenance Tracking with automated 6-month servicing compliance</a:t>
            </a:r>
          </a:p>
          <a:p>
            <a:pPr>
              <a:defRPr sz="1300">
                <a:solidFill>
                  <a:srgbClr val="334155"/>
                </a:solidFill>
              </a:defRPr>
            </a:pPr>
            <a:r>
              <a:t>• Customer Feedback, Multi-criteria Reviews, and Cloud Announcements</a:t>
            </a:r>
          </a:p>
        </p:txBody>
      </p:sp>
      <p:sp>
        <p:nvSpPr>
          <p:cNvPr id="2" name="Title 1">
            <a:extLst>
              <a:ext uri="{FF2B5EF4-FFF2-40B4-BE49-F238E27FC236}">
                <a16:creationId xmlns:a16="http://schemas.microsoft.com/office/drawing/2014/main" id="{C588E725-B946-37B3-B676-F3B3CA45D372}"/>
              </a:ext>
            </a:extLst>
          </p:cNvPr>
          <p:cNvSpPr>
            <a:spLocks noGrp="1"/>
          </p:cNvSpPr>
          <p:nvPr>
            <p:ph type="title"/>
          </p:nvPr>
        </p:nvSpPr>
        <p:spPr>
          <a:xfrm>
            <a:off x="635000" y="640823"/>
            <a:ext cx="3418659" cy="5583148"/>
          </a:xfrm>
        </p:spPr>
        <p:txBody>
          <a:bodyPr anchor="ctr">
            <a:normAutofit/>
          </a:bodyPr>
          <a:lstStyle/>
          <a:p>
            <a:r>
              <a:rPr lang="en-US" sz="4600"/>
              <a:t>System requirements </a:t>
            </a:r>
          </a:p>
        </p:txBody>
      </p:sp>
      <p:sp>
        <p:nvSpPr>
          <p:cNvPr id="11" name="sketch line">
            <a:extLst>
              <a:ext uri="{FF2B5EF4-FFF2-40B4-BE49-F238E27FC236}">
                <a16:creationId xmlns:a16="http://schemas.microsoft.com/office/drawing/2014/main" id="{5E107275-3853-46FD-A241-DE4355A426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627450" y="3462719"/>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Content Placeholder 2">
            <a:extLst>
              <a:ext uri="{FF2B5EF4-FFF2-40B4-BE49-F238E27FC236}">
                <a16:creationId xmlns:a16="http://schemas.microsoft.com/office/drawing/2014/main" id="{912F327D-B263-B2C8-958A-02BDAAD110F6}"/>
              </a:ext>
            </a:extLst>
          </p:cNvPr>
          <p:cNvGraphicFramePr>
            <a:graphicFrameLocks noGrp="1"/>
          </p:cNvGraphicFramePr>
          <p:nvPr>
            <p:ph idx="1"/>
            <p:extLst>
              <p:ext uri="{D42A27DB-BD31-4B8C-83A1-F6EECF244321}">
                <p14:modId xmlns:p14="http://schemas.microsoft.com/office/powerpoint/2010/main" val="254243883"/>
              </p:ext>
            </p:extLst>
          </p:nvPr>
        </p:nvGraphicFramePr>
        <p:xfrm>
          <a:off x="4648018" y="640822"/>
          <a:ext cx="6900512" cy="553614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0635447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9DD86-6D85-6CF7-0417-59B5216F8FDA}"/>
              </a:ext>
            </a:extLst>
          </p:cNvPr>
          <p:cNvSpPr>
            <a:spLocks noGrp="1"/>
          </p:cNvSpPr>
          <p:nvPr>
            <p:ph type="title"/>
          </p:nvPr>
        </p:nvSpPr>
        <p:spPr/>
        <p:txBody>
          <a:bodyPr/>
          <a:lstStyle/>
          <a:p>
            <a:r>
              <a:rPr lang="en-US"/>
              <a:t>   EER</a:t>
            </a:r>
            <a:endParaRPr lang="en-US" dirty="0"/>
          </a:p>
        </p:txBody>
      </p:sp>
      <p:pic>
        <p:nvPicPr>
          <p:cNvPr id="9" name="Content Placeholder 8">
            <a:extLst>
              <a:ext uri="{FF2B5EF4-FFF2-40B4-BE49-F238E27FC236}">
                <a16:creationId xmlns:a16="http://schemas.microsoft.com/office/drawing/2014/main" id="{64BFE97C-FB36-F798-CD09-CAA35DA92977}"/>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509155" y="716973"/>
            <a:ext cx="11211789" cy="6038620"/>
          </a:xfrm>
          <a:prstGeom prst="rect">
            <a:avLst/>
          </a:prstGeom>
        </p:spPr>
      </p:pic>
      <p:sp>
        <p:nvSpPr>
          <p:cNvPr id="10" name="TextBox 9"/>
          <p:cNvSpPr txBox="1"/>
          <p:nvPr/>
        </p:nvSpPr>
        <p:spPr>
          <a:xfrm>
            <a:off x="914400" y="1828800"/>
            <a:ext cx="7772400" cy="4114800"/>
          </a:xfrm>
          <a:prstGeom prst="rect">
            <a:avLst/>
          </a:prstGeom>
          <a:noFill/>
        </p:spPr>
        <p:txBody>
          <a:bodyPr wrap="square">
            <a:spAutoFit/>
          </a:bodyPr>
          <a:lstStyle/>
          <a:p>
            <a:pPr>
              <a:defRPr b="1" sz="1800">
                <a:solidFill>
                  <a:srgbClr val="0F172A"/>
                </a:solidFill>
              </a:defRPr>
            </a:pPr>
            <a:r>
              <a:t>Enhanced Entity-Relationship (EER) Architecture</a:t>
            </a:r>
          </a:p>
          <a:p>
            <a:pPr>
              <a:defRPr sz="1300" b="1">
                <a:solidFill>
                  <a:srgbClr val="2563EB"/>
                </a:solidFill>
              </a:defRPr>
            </a:pPr>
            <a:r>
              <a:t>Core Entity Model (Full High-Resolution Diagram in docs/diagrams/DM02_ER.pdf):</a:t>
            </a:r>
          </a:p>
          <a:p>
            <a:pPr>
              <a:defRPr sz="1300">
                <a:solidFill>
                  <a:srgbClr val="475569"/>
                </a:solidFill>
              </a:defRPr>
            </a:pPr>
            <a:r>
              <a:t>  • PASSENGER: Registered travelers with unique credentials and booking privileges.</a:t>
            </a:r>
          </a:p>
          <a:p>
            <a:pPr>
              <a:defRPr sz="1300">
                <a:solidFill>
                  <a:srgbClr val="475569"/>
                </a:solidFill>
              </a:defRPr>
            </a:pPr>
            <a:r>
              <a:t>  • DRIVER: Professional operators holding commercial licenses and safety ratings.</a:t>
            </a:r>
          </a:p>
          <a:p>
            <a:pPr>
              <a:defRPr sz="1300">
                <a:solidFill>
                  <a:srgbClr val="475569"/>
                </a:solidFill>
              </a:defRPr>
            </a:pPr>
            <a:r>
              <a:t>  • VEHICLE: Fleet assets (Luxury Coach, Mini Bus, Standard) with capacity tracking.</a:t>
            </a:r>
          </a:p>
          <a:p>
            <a:pPr>
              <a:defRPr sz="1300">
                <a:solidFill>
                  <a:srgbClr val="475569"/>
                </a:solidFill>
              </a:defRPr>
            </a:pPr>
            <a:r>
              <a:t>  • ROUTE: Geographic paths (Origin, Destination, Distance km, Base Fare).</a:t>
            </a:r>
          </a:p>
          <a:p>
            <a:pPr>
              <a:defRPr sz="1300">
                <a:solidFill>
                  <a:srgbClr val="475569"/>
                </a:solidFill>
              </a:defRPr>
            </a:pPr>
            <a:r>
              <a:t>  • TRIP: Core junction entity linking Route, Vehicle, Driver with schedule &amp; seat ledger.</a:t>
            </a:r>
          </a:p>
          <a:p>
            <a:pPr>
              <a:defRPr sz="1300">
                <a:solidFill>
                  <a:srgbClr val="475569"/>
                </a:solidFill>
              </a:defRPr>
            </a:pPr>
            <a:r>
              <a:t>  • BOOKING: Passenger ticket reservation with transaction states (Pending, Confirmed).</a:t>
            </a:r>
          </a:p>
          <a:p>
            <a:pPr>
              <a:defRPr sz="1300">
                <a:solidFill>
                  <a:srgbClr val="475569"/>
                </a:solidFill>
              </a:defRPr>
            </a:pPr>
            <a:r>
              <a:t>  • PAYMENT: Financial ledger recording card clearance and transaction references.</a:t>
            </a:r>
          </a:p>
          <a:p>
            <a:pPr>
              <a:defRPr sz="1300">
                <a:solidFill>
                  <a:srgbClr val="475569"/>
                </a:solidFill>
              </a:defRPr>
            </a:pPr>
            <a:r>
              <a:t>  • MAINTENANCE &amp; FEEDBACK: Operational upkeep logs and passenger customer ratings.</a:t>
            </a:r>
          </a:p>
          <a:p>
            <a:pPr>
              <a:defRPr sz="1300" b="1">
                <a:solidFill>
                  <a:srgbClr val="2563EB"/>
                </a:solidFill>
              </a:defRPr>
            </a:pPr>
            <a:r>
              <a:t>Multiplicities: 1:M (Route-&gt;Trip, Vehicle-&gt;Trip, Driver-&gt;Trip, Passenger-&gt;Booking, Trip-&gt;Booking).</a:t>
            </a:r>
          </a:p>
        </p:txBody>
      </p:sp>
      <p:pic>
        <p:nvPicPr>
          <p:cNvPr id="11" name="Picture 10" descr="DM02_SCHEMA_3NF.png"/>
          <p:cNvPicPr>
            <a:picLocks noChangeAspect="1"/>
          </p:cNvPicPr>
          <p:nvPr/>
        </p:nvPicPr>
        <p:blipFill>
          <a:blip r:embed="rId3"/>
          <a:stretch>
            <a:fillRect/>
          </a:stretch>
        </p:blipFill>
        <p:spPr>
          <a:xfrm>
            <a:off x="548640" y="1645920"/>
            <a:ext cx="8046720" cy="5082139"/>
          </a:xfrm>
          <a:prstGeom prst="rect">
            <a:avLst/>
          </a:prstGeom>
        </p:spPr>
      </p:pic>
    </p:spTree>
    <p:extLst>
      <p:ext uri="{BB962C8B-B14F-4D97-AF65-F5344CB8AC3E}">
        <p14:creationId xmlns:p14="http://schemas.microsoft.com/office/powerpoint/2010/main" val="34126581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35DB3719-6FDC-4E5D-891D-FF40B7300F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pPr algn="ctr">
              <a:defRPr b="1" sz="1800">
                <a:solidFill>
                  <a:srgbClr val="0F172A"/>
                </a:solidFill>
              </a:defRPr>
            </a:pPr>
            <a:r>
              <a:t>Relational Schema Design &amp; 3NF Integrity</a:t>
            </a:r>
            <a:endParaRPr lang="en-US"/>
          </a:p>
          <a:p>
            <a:pPr>
              <a:defRPr sz="1300" b="1">
                <a:solidFill>
                  <a:srgbClr val="2563EB"/>
                </a:solidFill>
              </a:defRPr>
            </a:pPr>
            <a:r>
              <a:t>Relational Transformation (Full Schema in docs/diagrams/DM02_SCHEMA.pdf):</a:t>
            </a:r>
          </a:p>
          <a:p>
            <a:pPr>
              <a:defRPr sz="1300">
                <a:solidFill>
                  <a:srgbClr val="475569"/>
                </a:solidFill>
              </a:defRPr>
            </a:pPr>
            <a:r>
              <a:t>  • 1NF: Atomic attributes, unique primary keys (SEQ_*) generated via Oracle sequences.</a:t>
            </a:r>
          </a:p>
          <a:p>
            <a:pPr>
              <a:defRPr sz="1300">
                <a:solidFill>
                  <a:srgbClr val="475569"/>
                </a:solidFill>
              </a:defRPr>
            </a:pPr>
            <a:r>
              <a:t>  • 2NF: No partial key dependencies; composite foreign keys separated into junction tables.</a:t>
            </a:r>
          </a:p>
          <a:p>
            <a:pPr>
              <a:defRPr sz="1300">
                <a:solidFill>
                  <a:srgbClr val="475569"/>
                </a:solidFill>
              </a:defRPr>
            </a:pPr>
            <a:r>
              <a:t>  • 3NF: Elimination of transitive dependencies (e.g., driver details not stored in vehicle).</a:t>
            </a:r>
          </a:p>
          <a:p>
            <a:pPr>
              <a:defRPr sz="1300" b="1">
                <a:solidFill>
                  <a:srgbClr val="2563EB"/>
                </a:solidFill>
              </a:defRPr>
            </a:pPr>
            <a:r>
              <a:t>Integrity Constraints &amp; Referential Rules:</a:t>
            </a:r>
          </a:p>
          <a:p>
            <a:pPr>
              <a:defRPr sz="1300">
                <a:solidFill>
                  <a:srgbClr val="475569"/>
                </a:solidFill>
              </a:defRPr>
            </a:pPr>
            <a:r>
              <a:t>  • Primary Keys: Unique sequence-backed IDs for all 9 relational tables.</a:t>
            </a:r>
          </a:p>
          <a:p>
            <a:pPr>
              <a:defRPr sz="1300">
                <a:solidFill>
                  <a:srgbClr val="475569"/>
                </a:solidFill>
              </a:defRPr>
            </a:pPr>
            <a:r>
              <a:t>  • Foreign Keys: Referential enforcement on TRIP, BOOKING, PAYMENT, MAINTENANCE, FEEDBACK.</a:t>
            </a:r>
          </a:p>
          <a:p>
            <a:pPr>
              <a:defRPr sz="1300">
                <a:solidFill>
                  <a:srgbClr val="475569"/>
                </a:solidFill>
              </a:defRPr>
            </a:pPr>
            <a:r>
              <a:t>  • Check Constraints: Status enums ('ACTIVE','INACTIVE','MAINTENANCE','COMPLETED').</a:t>
            </a:r>
          </a:p>
          <a:p>
            <a:pPr>
              <a:defRPr sz="1300">
                <a:solidFill>
                  <a:srgbClr val="475569"/>
                </a:solidFill>
              </a:defRPr>
            </a:pPr>
            <a:r>
              <a:t>  • Unique Constraints: PASSENGER(email), DRIVER(license_number), VEHICLE(registration_number).</a:t>
            </a:r>
          </a:p>
        </p:txBody>
      </p:sp>
      <p:sp>
        <p:nvSpPr>
          <p:cNvPr id="11" name="sketch line">
            <a:extLst>
              <a:ext uri="{FF2B5EF4-FFF2-40B4-BE49-F238E27FC236}">
                <a16:creationId xmlns:a16="http://schemas.microsoft.com/office/drawing/2014/main" id="{E0CBAC23-2E3F-4A90-BA59-F8299F6A54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1865313"/>
            <a:ext cx="10424160" cy="18288"/>
          </a:xfrm>
          <a:custGeom>
            <a:avLst/>
            <a:gdLst>
              <a:gd name="csX0" fmla="*/ 0 w 10424160"/>
              <a:gd name="csY0" fmla="*/ 0 h 18288"/>
              <a:gd name="csX1" fmla="*/ 903427 w 10424160"/>
              <a:gd name="csY1" fmla="*/ 0 h 18288"/>
              <a:gd name="csX2" fmla="*/ 1389888 w 10424160"/>
              <a:gd name="csY2" fmla="*/ 0 h 18288"/>
              <a:gd name="csX3" fmla="*/ 2189074 w 10424160"/>
              <a:gd name="csY3" fmla="*/ 0 h 18288"/>
              <a:gd name="csX4" fmla="*/ 2675534 w 10424160"/>
              <a:gd name="csY4" fmla="*/ 0 h 18288"/>
              <a:gd name="csX5" fmla="*/ 3370478 w 10424160"/>
              <a:gd name="csY5" fmla="*/ 0 h 18288"/>
              <a:gd name="csX6" fmla="*/ 4169664 w 10424160"/>
              <a:gd name="csY6" fmla="*/ 0 h 18288"/>
              <a:gd name="csX7" fmla="*/ 4551883 w 10424160"/>
              <a:gd name="csY7" fmla="*/ 0 h 18288"/>
              <a:gd name="csX8" fmla="*/ 4934102 w 10424160"/>
              <a:gd name="csY8" fmla="*/ 0 h 18288"/>
              <a:gd name="csX9" fmla="*/ 5837530 w 10424160"/>
              <a:gd name="csY9" fmla="*/ 0 h 18288"/>
              <a:gd name="csX10" fmla="*/ 6532474 w 10424160"/>
              <a:gd name="csY10" fmla="*/ 0 h 18288"/>
              <a:gd name="csX11" fmla="*/ 6914693 w 10424160"/>
              <a:gd name="csY11" fmla="*/ 0 h 18288"/>
              <a:gd name="csX12" fmla="*/ 7609637 w 10424160"/>
              <a:gd name="csY12" fmla="*/ 0 h 18288"/>
              <a:gd name="csX13" fmla="*/ 8513064 w 10424160"/>
              <a:gd name="csY13" fmla="*/ 0 h 18288"/>
              <a:gd name="csX14" fmla="*/ 9103766 w 10424160"/>
              <a:gd name="csY14" fmla="*/ 0 h 18288"/>
              <a:gd name="csX15" fmla="*/ 9694469 w 10424160"/>
              <a:gd name="csY15" fmla="*/ 0 h 18288"/>
              <a:gd name="csX16" fmla="*/ 10424160 w 10424160"/>
              <a:gd name="csY16" fmla="*/ 0 h 18288"/>
              <a:gd name="csX17" fmla="*/ 10424160 w 10424160"/>
              <a:gd name="csY17" fmla="*/ 18288 h 18288"/>
              <a:gd name="csX18" fmla="*/ 9729216 w 10424160"/>
              <a:gd name="csY18" fmla="*/ 18288 h 18288"/>
              <a:gd name="csX19" fmla="*/ 8930030 w 10424160"/>
              <a:gd name="csY19" fmla="*/ 18288 h 18288"/>
              <a:gd name="csX20" fmla="*/ 8130845 w 10424160"/>
              <a:gd name="csY20" fmla="*/ 18288 h 18288"/>
              <a:gd name="csX21" fmla="*/ 7644384 w 10424160"/>
              <a:gd name="csY21" fmla="*/ 18288 h 18288"/>
              <a:gd name="csX22" fmla="*/ 6740957 w 10424160"/>
              <a:gd name="csY22" fmla="*/ 18288 h 18288"/>
              <a:gd name="csX23" fmla="*/ 6046013 w 10424160"/>
              <a:gd name="csY23" fmla="*/ 18288 h 18288"/>
              <a:gd name="csX24" fmla="*/ 5663794 w 10424160"/>
              <a:gd name="csY24" fmla="*/ 18288 h 18288"/>
              <a:gd name="csX25" fmla="*/ 4968850 w 10424160"/>
              <a:gd name="csY25" fmla="*/ 18288 h 18288"/>
              <a:gd name="csX26" fmla="*/ 4378147 w 10424160"/>
              <a:gd name="csY26" fmla="*/ 18288 h 18288"/>
              <a:gd name="csX27" fmla="*/ 3787445 w 10424160"/>
              <a:gd name="csY27" fmla="*/ 18288 h 18288"/>
              <a:gd name="csX28" fmla="*/ 3196742 w 10424160"/>
              <a:gd name="csY28" fmla="*/ 18288 h 18288"/>
              <a:gd name="csX29" fmla="*/ 2606040 w 10424160"/>
              <a:gd name="csY29" fmla="*/ 18288 h 18288"/>
              <a:gd name="csX30" fmla="*/ 1806854 w 10424160"/>
              <a:gd name="csY30" fmla="*/ 18288 h 18288"/>
              <a:gd name="csX31" fmla="*/ 1111910 w 10424160"/>
              <a:gd name="csY31" fmla="*/ 18288 h 18288"/>
              <a:gd name="csX32" fmla="*/ 729691 w 10424160"/>
              <a:gd name="csY32" fmla="*/ 18288 h 18288"/>
              <a:gd name="csX33" fmla="*/ 0 w 10424160"/>
              <a:gd name="csY33" fmla="*/ 18288 h 18288"/>
              <a:gd name="csX34" fmla="*/ 0 w 10424160"/>
              <a:gd name="csY34"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10424160" h="18288" fill="none" extrusionOk="0">
                <a:moveTo>
                  <a:pt x="0" y="0"/>
                </a:moveTo>
                <a:cubicBezTo>
                  <a:pt x="251416" y="-3874"/>
                  <a:pt x="479411" y="-20508"/>
                  <a:pt x="903427" y="0"/>
                </a:cubicBezTo>
                <a:cubicBezTo>
                  <a:pt x="1327443" y="20508"/>
                  <a:pt x="1177990" y="-7387"/>
                  <a:pt x="1389888" y="0"/>
                </a:cubicBezTo>
                <a:cubicBezTo>
                  <a:pt x="1601786" y="7387"/>
                  <a:pt x="1928602" y="-6697"/>
                  <a:pt x="2189074" y="0"/>
                </a:cubicBezTo>
                <a:cubicBezTo>
                  <a:pt x="2449546" y="6697"/>
                  <a:pt x="2440085" y="-21144"/>
                  <a:pt x="2675534" y="0"/>
                </a:cubicBezTo>
                <a:cubicBezTo>
                  <a:pt x="2910983" y="21144"/>
                  <a:pt x="3026158" y="-11124"/>
                  <a:pt x="3370478" y="0"/>
                </a:cubicBezTo>
                <a:cubicBezTo>
                  <a:pt x="3714798" y="11124"/>
                  <a:pt x="3864539" y="-10660"/>
                  <a:pt x="4169664" y="0"/>
                </a:cubicBezTo>
                <a:cubicBezTo>
                  <a:pt x="4474789" y="10660"/>
                  <a:pt x="4471218" y="16488"/>
                  <a:pt x="4551883" y="0"/>
                </a:cubicBezTo>
                <a:cubicBezTo>
                  <a:pt x="4632548" y="-16488"/>
                  <a:pt x="4786830" y="7986"/>
                  <a:pt x="4934102" y="0"/>
                </a:cubicBezTo>
                <a:cubicBezTo>
                  <a:pt x="5081374" y="-7986"/>
                  <a:pt x="5575881" y="-33003"/>
                  <a:pt x="5837530" y="0"/>
                </a:cubicBezTo>
                <a:cubicBezTo>
                  <a:pt x="6099179" y="33003"/>
                  <a:pt x="6305895" y="14170"/>
                  <a:pt x="6532474" y="0"/>
                </a:cubicBezTo>
                <a:cubicBezTo>
                  <a:pt x="6759053" y="-14170"/>
                  <a:pt x="6726707" y="16121"/>
                  <a:pt x="6914693" y="0"/>
                </a:cubicBezTo>
                <a:cubicBezTo>
                  <a:pt x="7102679" y="-16121"/>
                  <a:pt x="7397857" y="32594"/>
                  <a:pt x="7609637" y="0"/>
                </a:cubicBezTo>
                <a:cubicBezTo>
                  <a:pt x="7821417" y="-32594"/>
                  <a:pt x="8141235" y="-3745"/>
                  <a:pt x="8513064" y="0"/>
                </a:cubicBezTo>
                <a:cubicBezTo>
                  <a:pt x="8884893" y="3745"/>
                  <a:pt x="8877548" y="3359"/>
                  <a:pt x="9103766" y="0"/>
                </a:cubicBezTo>
                <a:cubicBezTo>
                  <a:pt x="9329984" y="-3359"/>
                  <a:pt x="9545570" y="-17843"/>
                  <a:pt x="9694469" y="0"/>
                </a:cubicBezTo>
                <a:cubicBezTo>
                  <a:pt x="9843368" y="17843"/>
                  <a:pt x="10162477" y="-1217"/>
                  <a:pt x="10424160" y="0"/>
                </a:cubicBezTo>
                <a:cubicBezTo>
                  <a:pt x="10424498" y="7640"/>
                  <a:pt x="10423710" y="11289"/>
                  <a:pt x="10424160" y="18288"/>
                </a:cubicBezTo>
                <a:cubicBezTo>
                  <a:pt x="10184680" y="20716"/>
                  <a:pt x="10034768" y="-9357"/>
                  <a:pt x="9729216" y="18288"/>
                </a:cubicBezTo>
                <a:cubicBezTo>
                  <a:pt x="9423664" y="45933"/>
                  <a:pt x="9309220" y="36372"/>
                  <a:pt x="8930030" y="18288"/>
                </a:cubicBezTo>
                <a:cubicBezTo>
                  <a:pt x="8550840" y="204"/>
                  <a:pt x="8513376" y="34707"/>
                  <a:pt x="8130845" y="18288"/>
                </a:cubicBezTo>
                <a:cubicBezTo>
                  <a:pt x="7748315" y="1869"/>
                  <a:pt x="7864674" y="19659"/>
                  <a:pt x="7644384" y="18288"/>
                </a:cubicBezTo>
                <a:cubicBezTo>
                  <a:pt x="7424094" y="16917"/>
                  <a:pt x="6947001" y="55680"/>
                  <a:pt x="6740957" y="18288"/>
                </a:cubicBezTo>
                <a:cubicBezTo>
                  <a:pt x="6534913" y="-19104"/>
                  <a:pt x="6313809" y="33391"/>
                  <a:pt x="6046013" y="18288"/>
                </a:cubicBezTo>
                <a:cubicBezTo>
                  <a:pt x="5778217" y="3185"/>
                  <a:pt x="5786775" y="1439"/>
                  <a:pt x="5663794" y="18288"/>
                </a:cubicBezTo>
                <a:cubicBezTo>
                  <a:pt x="5540813" y="35137"/>
                  <a:pt x="5204724" y="25434"/>
                  <a:pt x="4968850" y="18288"/>
                </a:cubicBezTo>
                <a:cubicBezTo>
                  <a:pt x="4732976" y="11142"/>
                  <a:pt x="4559928" y="34568"/>
                  <a:pt x="4378147" y="18288"/>
                </a:cubicBezTo>
                <a:cubicBezTo>
                  <a:pt x="4196366" y="2008"/>
                  <a:pt x="3992200" y="35409"/>
                  <a:pt x="3787445" y="18288"/>
                </a:cubicBezTo>
                <a:cubicBezTo>
                  <a:pt x="3582690" y="1167"/>
                  <a:pt x="3488876" y="-7583"/>
                  <a:pt x="3196742" y="18288"/>
                </a:cubicBezTo>
                <a:cubicBezTo>
                  <a:pt x="2904608" y="44159"/>
                  <a:pt x="2729828" y="45906"/>
                  <a:pt x="2606040" y="18288"/>
                </a:cubicBezTo>
                <a:cubicBezTo>
                  <a:pt x="2482252" y="-9330"/>
                  <a:pt x="2000672" y="-5498"/>
                  <a:pt x="1806854" y="18288"/>
                </a:cubicBezTo>
                <a:cubicBezTo>
                  <a:pt x="1613036" y="42074"/>
                  <a:pt x="1310933" y="-4240"/>
                  <a:pt x="1111910" y="18288"/>
                </a:cubicBezTo>
                <a:cubicBezTo>
                  <a:pt x="912887" y="40816"/>
                  <a:pt x="891560" y="1701"/>
                  <a:pt x="729691" y="18288"/>
                </a:cubicBezTo>
                <a:cubicBezTo>
                  <a:pt x="567822" y="34875"/>
                  <a:pt x="203025" y="34462"/>
                  <a:pt x="0" y="18288"/>
                </a:cubicBezTo>
                <a:cubicBezTo>
                  <a:pt x="-82" y="11708"/>
                  <a:pt x="-178" y="8956"/>
                  <a:pt x="0" y="0"/>
                </a:cubicBezTo>
                <a:close/>
              </a:path>
              <a:path w="10424160" h="18288" stroke="0" extrusionOk="0">
                <a:moveTo>
                  <a:pt x="0" y="0"/>
                </a:moveTo>
                <a:cubicBezTo>
                  <a:pt x="119910" y="17195"/>
                  <a:pt x="345032" y="1652"/>
                  <a:pt x="590702" y="0"/>
                </a:cubicBezTo>
                <a:cubicBezTo>
                  <a:pt x="836372" y="-1652"/>
                  <a:pt x="830717" y="-10944"/>
                  <a:pt x="972922" y="0"/>
                </a:cubicBezTo>
                <a:cubicBezTo>
                  <a:pt x="1115127" y="10944"/>
                  <a:pt x="1638708" y="17269"/>
                  <a:pt x="1876349" y="0"/>
                </a:cubicBezTo>
                <a:cubicBezTo>
                  <a:pt x="2113990" y="-17269"/>
                  <a:pt x="2263529" y="27642"/>
                  <a:pt x="2467051" y="0"/>
                </a:cubicBezTo>
                <a:cubicBezTo>
                  <a:pt x="2670573" y="-27642"/>
                  <a:pt x="2867743" y="-1552"/>
                  <a:pt x="3057754" y="0"/>
                </a:cubicBezTo>
                <a:cubicBezTo>
                  <a:pt x="3247765" y="1552"/>
                  <a:pt x="3729099" y="45169"/>
                  <a:pt x="3961181" y="0"/>
                </a:cubicBezTo>
                <a:cubicBezTo>
                  <a:pt x="4193263" y="-45169"/>
                  <a:pt x="4313735" y="4067"/>
                  <a:pt x="4447642" y="0"/>
                </a:cubicBezTo>
                <a:cubicBezTo>
                  <a:pt x="4581549" y="-4067"/>
                  <a:pt x="5123626" y="11867"/>
                  <a:pt x="5351069" y="0"/>
                </a:cubicBezTo>
                <a:cubicBezTo>
                  <a:pt x="5578512" y="-11867"/>
                  <a:pt x="6044105" y="-19983"/>
                  <a:pt x="6254496" y="0"/>
                </a:cubicBezTo>
                <a:cubicBezTo>
                  <a:pt x="6464887" y="19983"/>
                  <a:pt x="6664731" y="4232"/>
                  <a:pt x="6949440" y="0"/>
                </a:cubicBezTo>
                <a:cubicBezTo>
                  <a:pt x="7234149" y="-4232"/>
                  <a:pt x="7497205" y="28731"/>
                  <a:pt x="7852867" y="0"/>
                </a:cubicBezTo>
                <a:cubicBezTo>
                  <a:pt x="8208529" y="-28731"/>
                  <a:pt x="8287556" y="2616"/>
                  <a:pt x="8443570" y="0"/>
                </a:cubicBezTo>
                <a:cubicBezTo>
                  <a:pt x="8599584" y="-2616"/>
                  <a:pt x="8871283" y="-14113"/>
                  <a:pt x="9034272" y="0"/>
                </a:cubicBezTo>
                <a:cubicBezTo>
                  <a:pt x="9197261" y="14113"/>
                  <a:pt x="9604978" y="-35623"/>
                  <a:pt x="9833458" y="0"/>
                </a:cubicBezTo>
                <a:cubicBezTo>
                  <a:pt x="10061938" y="35623"/>
                  <a:pt x="10231944" y="-8194"/>
                  <a:pt x="10424160" y="0"/>
                </a:cubicBezTo>
                <a:cubicBezTo>
                  <a:pt x="10424285" y="4395"/>
                  <a:pt x="10424085" y="9776"/>
                  <a:pt x="10424160" y="18288"/>
                </a:cubicBezTo>
                <a:cubicBezTo>
                  <a:pt x="10058736" y="-5772"/>
                  <a:pt x="9942989" y="-18764"/>
                  <a:pt x="9624974" y="18288"/>
                </a:cubicBezTo>
                <a:cubicBezTo>
                  <a:pt x="9306959" y="55340"/>
                  <a:pt x="9229263" y="24995"/>
                  <a:pt x="8930030" y="18288"/>
                </a:cubicBezTo>
                <a:cubicBezTo>
                  <a:pt x="8630797" y="11581"/>
                  <a:pt x="8647263" y="10931"/>
                  <a:pt x="8547811" y="18288"/>
                </a:cubicBezTo>
                <a:cubicBezTo>
                  <a:pt x="8448359" y="25645"/>
                  <a:pt x="8173221" y="219"/>
                  <a:pt x="8061350" y="18288"/>
                </a:cubicBezTo>
                <a:cubicBezTo>
                  <a:pt x="7949479" y="36357"/>
                  <a:pt x="7437002" y="17516"/>
                  <a:pt x="7157923" y="18288"/>
                </a:cubicBezTo>
                <a:cubicBezTo>
                  <a:pt x="6878844" y="19060"/>
                  <a:pt x="6610241" y="8864"/>
                  <a:pt x="6462979" y="18288"/>
                </a:cubicBezTo>
                <a:cubicBezTo>
                  <a:pt x="6315717" y="27712"/>
                  <a:pt x="6124879" y="4989"/>
                  <a:pt x="5976518" y="18288"/>
                </a:cubicBezTo>
                <a:cubicBezTo>
                  <a:pt x="5828157" y="31587"/>
                  <a:pt x="5566880" y="7112"/>
                  <a:pt x="5281574" y="18288"/>
                </a:cubicBezTo>
                <a:cubicBezTo>
                  <a:pt x="4996268" y="29464"/>
                  <a:pt x="5085614" y="20493"/>
                  <a:pt x="4899355" y="18288"/>
                </a:cubicBezTo>
                <a:cubicBezTo>
                  <a:pt x="4713096" y="16083"/>
                  <a:pt x="4606138" y="34359"/>
                  <a:pt x="4517136" y="18288"/>
                </a:cubicBezTo>
                <a:cubicBezTo>
                  <a:pt x="4428134" y="2217"/>
                  <a:pt x="4125335" y="52414"/>
                  <a:pt x="3822192" y="18288"/>
                </a:cubicBezTo>
                <a:cubicBezTo>
                  <a:pt x="3519049" y="-15838"/>
                  <a:pt x="3453132" y="3859"/>
                  <a:pt x="3335731" y="18288"/>
                </a:cubicBezTo>
                <a:cubicBezTo>
                  <a:pt x="3218330" y="32717"/>
                  <a:pt x="2718749" y="-13936"/>
                  <a:pt x="2536546" y="18288"/>
                </a:cubicBezTo>
                <a:cubicBezTo>
                  <a:pt x="2354343" y="50512"/>
                  <a:pt x="2190669" y="3238"/>
                  <a:pt x="2050085" y="18288"/>
                </a:cubicBezTo>
                <a:cubicBezTo>
                  <a:pt x="1909501" y="33338"/>
                  <a:pt x="1520975" y="3062"/>
                  <a:pt x="1250899" y="18288"/>
                </a:cubicBezTo>
                <a:cubicBezTo>
                  <a:pt x="980823" y="33514"/>
                  <a:pt x="992936" y="28036"/>
                  <a:pt x="868680" y="18288"/>
                </a:cubicBezTo>
                <a:cubicBezTo>
                  <a:pt x="744424" y="8540"/>
                  <a:pt x="230364" y="33365"/>
                  <a:pt x="0" y="18288"/>
                </a:cubicBezTo>
                <a:cubicBezTo>
                  <a:pt x="-504" y="12101"/>
                  <a:pt x="-591" y="7719"/>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Content Placeholder 2">
            <a:extLst>
              <a:ext uri="{FF2B5EF4-FFF2-40B4-BE49-F238E27FC236}">
                <a16:creationId xmlns:a16="http://schemas.microsoft.com/office/drawing/2014/main" id="{6FD01707-22B2-2E1D-14CC-6C44F1021904}"/>
              </a:ext>
            </a:extLst>
          </p:cNvPr>
          <p:cNvGraphicFramePr>
            <a:graphicFrameLocks noGrp="1"/>
          </p:cNvGraphicFramePr>
          <p:nvPr>
            <p:ph idx="1"/>
            <p:extLst>
              <p:ext uri="{D42A27DB-BD31-4B8C-83A1-F6EECF244321}">
                <p14:modId xmlns:p14="http://schemas.microsoft.com/office/powerpoint/2010/main" val="1478013535"/>
              </p:ext>
            </p:extLst>
          </p:nvPr>
        </p:nvGraphicFramePr>
        <p:xfrm>
          <a:off x="838200" y="2228087"/>
          <a:ext cx="10515600" cy="394887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12" name="Picture 11" descr="DM02_SCHEMA_3NF.png"/>
          <p:cNvPicPr>
            <a:picLocks noChangeAspect="1"/>
          </p:cNvPicPr>
          <p:nvPr/>
        </p:nvPicPr>
        <p:blipFill>
          <a:blip r:embed="rId7"/>
          <a:stretch>
            <a:fillRect/>
          </a:stretch>
        </p:blipFill>
        <p:spPr>
          <a:xfrm>
            <a:off x="548640" y="1645920"/>
            <a:ext cx="8046720" cy="5082139"/>
          </a:xfrm>
          <a:prstGeom prst="rect">
            <a:avLst/>
          </a:prstGeom>
        </p:spPr>
      </p:pic>
    </p:spTree>
    <p:extLst>
      <p:ext uri="{BB962C8B-B14F-4D97-AF65-F5344CB8AC3E}">
        <p14:creationId xmlns:p14="http://schemas.microsoft.com/office/powerpoint/2010/main" val="21848188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32AEEBC8-9D30-42EF-95F2-386C2653FB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C64BD6B-AEDC-F063-D85D-F0E4F39CACA3}"/>
              </a:ext>
            </a:extLst>
          </p:cNvPr>
          <p:cNvSpPr>
            <a:spLocks noGrp="1"/>
          </p:cNvSpPr>
          <p:nvPr>
            <p:ph type="title"/>
          </p:nvPr>
        </p:nvSpPr>
        <p:spPr>
          <a:xfrm>
            <a:off x="630936" y="502920"/>
            <a:ext cx="3899500" cy="1463040"/>
          </a:xfrm>
        </p:spPr>
        <p:txBody>
          <a:bodyPr anchor="ctr">
            <a:normAutofit fontScale="90000"/>
          </a:bodyPr>
          <a:lstStyle/>
          <a:p>
            <a:r>
              <a:rPr lang="en-US" sz="4800" dirty="0"/>
              <a:t>Oracle implementation</a:t>
            </a:r>
          </a:p>
        </p:txBody>
      </p:sp>
      <p:sp>
        <p:nvSpPr>
          <p:cNvPr id="14" name="sketch line">
            <a:extLst>
              <a:ext uri="{FF2B5EF4-FFF2-40B4-BE49-F238E27FC236}">
                <a16:creationId xmlns:a16="http://schemas.microsoft.com/office/drawing/2014/main" id="{2E92FA66-67D7-4CB4-94D3-E643A9AD47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566159" y="1225296"/>
            <a:ext cx="1554480" cy="18288"/>
          </a:xfrm>
          <a:custGeom>
            <a:avLst/>
            <a:gdLst>
              <a:gd name="csX0" fmla="*/ 0 w 1554480"/>
              <a:gd name="csY0" fmla="*/ 0 h 18288"/>
              <a:gd name="csX1" fmla="*/ 549250 w 1554480"/>
              <a:gd name="csY1" fmla="*/ 0 h 18288"/>
              <a:gd name="csX2" fmla="*/ 1082954 w 1554480"/>
              <a:gd name="csY2" fmla="*/ 0 h 18288"/>
              <a:gd name="csX3" fmla="*/ 1554480 w 1554480"/>
              <a:gd name="csY3" fmla="*/ 0 h 18288"/>
              <a:gd name="csX4" fmla="*/ 1554480 w 1554480"/>
              <a:gd name="csY4" fmla="*/ 18288 h 18288"/>
              <a:gd name="csX5" fmla="*/ 1067410 w 1554480"/>
              <a:gd name="csY5" fmla="*/ 18288 h 18288"/>
              <a:gd name="csX6" fmla="*/ 549250 w 1554480"/>
              <a:gd name="csY6" fmla="*/ 18288 h 18288"/>
              <a:gd name="csX7" fmla="*/ 0 w 1554480"/>
              <a:gd name="csY7" fmla="*/ 18288 h 18288"/>
              <a:gd name="csX8" fmla="*/ 0 w 1554480"/>
              <a:gd name="csY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554480" h="18288" fill="none" extrusionOk="0">
                <a:moveTo>
                  <a:pt x="0" y="0"/>
                </a:moveTo>
                <a:cubicBezTo>
                  <a:pt x="114141" y="-19864"/>
                  <a:pt x="345055" y="-1657"/>
                  <a:pt x="549250" y="0"/>
                </a:cubicBezTo>
                <a:cubicBezTo>
                  <a:pt x="753445" y="1657"/>
                  <a:pt x="862292" y="-5674"/>
                  <a:pt x="1082954" y="0"/>
                </a:cubicBezTo>
                <a:cubicBezTo>
                  <a:pt x="1303616" y="5674"/>
                  <a:pt x="1363530" y="4537"/>
                  <a:pt x="1554480" y="0"/>
                </a:cubicBezTo>
                <a:cubicBezTo>
                  <a:pt x="1554963" y="7176"/>
                  <a:pt x="1553909" y="13682"/>
                  <a:pt x="1554480" y="18288"/>
                </a:cubicBezTo>
                <a:cubicBezTo>
                  <a:pt x="1338847" y="6127"/>
                  <a:pt x="1215066" y="37851"/>
                  <a:pt x="1067410" y="18288"/>
                </a:cubicBezTo>
                <a:cubicBezTo>
                  <a:pt x="919754" y="-1275"/>
                  <a:pt x="800465" y="3080"/>
                  <a:pt x="549250" y="18288"/>
                </a:cubicBezTo>
                <a:cubicBezTo>
                  <a:pt x="298035" y="33496"/>
                  <a:pt x="158868" y="22769"/>
                  <a:pt x="0" y="18288"/>
                </a:cubicBezTo>
                <a:cubicBezTo>
                  <a:pt x="-655" y="13237"/>
                  <a:pt x="709" y="4645"/>
                  <a:pt x="0" y="0"/>
                </a:cubicBezTo>
                <a:close/>
              </a:path>
              <a:path w="1554480" h="18288" stroke="0" extrusionOk="0">
                <a:moveTo>
                  <a:pt x="0" y="0"/>
                </a:moveTo>
                <a:cubicBezTo>
                  <a:pt x="249941" y="-58"/>
                  <a:pt x="367334" y="23448"/>
                  <a:pt x="502615" y="0"/>
                </a:cubicBezTo>
                <a:cubicBezTo>
                  <a:pt x="637897" y="-23448"/>
                  <a:pt x="813653" y="-20418"/>
                  <a:pt x="974141" y="0"/>
                </a:cubicBezTo>
                <a:cubicBezTo>
                  <a:pt x="1134629" y="20418"/>
                  <a:pt x="1268772" y="6288"/>
                  <a:pt x="1554480" y="0"/>
                </a:cubicBezTo>
                <a:cubicBezTo>
                  <a:pt x="1554917" y="7222"/>
                  <a:pt x="1555359" y="13299"/>
                  <a:pt x="1554480" y="18288"/>
                </a:cubicBezTo>
                <a:cubicBezTo>
                  <a:pt x="1336087" y="12172"/>
                  <a:pt x="1310024" y="19759"/>
                  <a:pt x="1067410" y="18288"/>
                </a:cubicBezTo>
                <a:cubicBezTo>
                  <a:pt x="824796" y="16818"/>
                  <a:pt x="787902" y="34647"/>
                  <a:pt x="518160" y="18288"/>
                </a:cubicBezTo>
                <a:cubicBezTo>
                  <a:pt x="248418" y="1930"/>
                  <a:pt x="133160" y="9205"/>
                  <a:pt x="0" y="18288"/>
                </a:cubicBezTo>
                <a:cubicBezTo>
                  <a:pt x="-643" y="9451"/>
                  <a:pt x="-340" y="7114"/>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ontent Placeholder 8">
            <a:extLst>
              <a:ext uri="{FF2B5EF4-FFF2-40B4-BE49-F238E27FC236}">
                <a16:creationId xmlns:a16="http://schemas.microsoft.com/office/drawing/2014/main" id="{0302D80C-A9AC-E060-B391-00EAE4596F12}"/>
              </a:ext>
            </a:extLst>
          </p:cNvPr>
          <p:cNvSpPr>
            <a:spLocks noGrp="1"/>
          </p:cNvSpPr>
          <p:nvPr>
            <p:ph idx="1"/>
          </p:nvPr>
        </p:nvSpPr>
        <p:spPr>
          <a:xfrm>
            <a:off x="4654295" y="502920"/>
            <a:ext cx="6894576" cy="1463040"/>
          </a:xfrm>
        </p:spPr>
        <p:txBody>
          <a:bodyPr anchor="ctr">
            <a:normAutofit/>
          </a:bodyPr>
          <a:lstStyle/>
          <a:p>
            <a:r>
              <a:rPr lang="en-US" sz="2200" dirty="0"/>
              <a:t>This database has built in safety rule that can prevent someone entering fake information or data into the system</a:t>
            </a:r>
          </a:p>
        </p:txBody>
      </p:sp>
      <p:pic>
        <p:nvPicPr>
          <p:cNvPr id="5" name="Content Placeholder 4">
            <a:extLst>
              <a:ext uri="{FF2B5EF4-FFF2-40B4-BE49-F238E27FC236}">
                <a16:creationId xmlns:a16="http://schemas.microsoft.com/office/drawing/2014/main" id="{2988457B-E739-57DE-1443-09F3B83372F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41195" y="2290936"/>
            <a:ext cx="8897418" cy="3959352"/>
          </a:xfrm>
          <a:prstGeom prst="rect">
            <a:avLst/>
          </a:prstGeom>
        </p:spPr>
      </p:pic>
    </p:spTree>
    <p:extLst>
      <p:ext uri="{BB962C8B-B14F-4D97-AF65-F5344CB8AC3E}">
        <p14:creationId xmlns:p14="http://schemas.microsoft.com/office/powerpoint/2010/main" val="163122613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A8908DB7-C3A6-4FCB-9820-CEE02B398C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A67A304-43E5-7D9A-2CA8-5068F79CEF4A}"/>
              </a:ext>
            </a:extLst>
          </p:cNvPr>
          <p:cNvSpPr>
            <a:spLocks noGrp="1"/>
          </p:cNvSpPr>
          <p:nvPr>
            <p:ph type="title"/>
          </p:nvPr>
        </p:nvSpPr>
        <p:spPr>
          <a:xfrm>
            <a:off x="630936" y="640823"/>
            <a:ext cx="3419856" cy="5583148"/>
          </a:xfrm>
        </p:spPr>
        <p:txBody>
          <a:bodyPr anchor="ctr">
            <a:normAutofit/>
          </a:bodyPr>
          <a:lstStyle/>
          <a:p>
            <a:r>
              <a:rPr lang="en-US" sz="5000"/>
              <a:t>Automated logical backups are configured using Oracle Data Pump</a:t>
            </a:r>
          </a:p>
        </p:txBody>
      </p:sp>
      <p:sp>
        <p:nvSpPr>
          <p:cNvPr id="50" name="sketch line">
            <a:extLst>
              <a:ext uri="{FF2B5EF4-FFF2-40B4-BE49-F238E27FC236}">
                <a16:creationId xmlns:a16="http://schemas.microsoft.com/office/drawing/2014/main" id="{535742DD-1B16-4E9D-B715-0D74B4574A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267200" y="630936"/>
            <a:ext cx="18288" cy="5590381"/>
          </a:xfrm>
          <a:custGeom>
            <a:avLst/>
            <a:gdLst>
              <a:gd name="csX0" fmla="*/ 0 w 18288"/>
              <a:gd name="csY0" fmla="*/ 0 h 5590381"/>
              <a:gd name="csX1" fmla="*/ 18288 w 18288"/>
              <a:gd name="csY1" fmla="*/ 0 h 5590381"/>
              <a:gd name="csX2" fmla="*/ 18288 w 18288"/>
              <a:gd name="csY2" fmla="*/ 754701 h 5590381"/>
              <a:gd name="csX3" fmla="*/ 18288 w 18288"/>
              <a:gd name="csY3" fmla="*/ 1565307 h 5590381"/>
              <a:gd name="csX4" fmla="*/ 18288 w 18288"/>
              <a:gd name="csY4" fmla="*/ 2152297 h 5590381"/>
              <a:gd name="csX5" fmla="*/ 18288 w 18288"/>
              <a:gd name="csY5" fmla="*/ 2906998 h 5590381"/>
              <a:gd name="csX6" fmla="*/ 18288 w 18288"/>
              <a:gd name="csY6" fmla="*/ 3549892 h 5590381"/>
              <a:gd name="csX7" fmla="*/ 18288 w 18288"/>
              <a:gd name="csY7" fmla="*/ 4080978 h 5590381"/>
              <a:gd name="csX8" fmla="*/ 18288 w 18288"/>
              <a:gd name="csY8" fmla="*/ 4835680 h 5590381"/>
              <a:gd name="csX9" fmla="*/ 18288 w 18288"/>
              <a:gd name="csY9" fmla="*/ 5590381 h 5590381"/>
              <a:gd name="csX10" fmla="*/ 0 w 18288"/>
              <a:gd name="csY10" fmla="*/ 5590381 h 5590381"/>
              <a:gd name="csX11" fmla="*/ 0 w 18288"/>
              <a:gd name="csY11" fmla="*/ 4835680 h 5590381"/>
              <a:gd name="csX12" fmla="*/ 0 w 18288"/>
              <a:gd name="csY12" fmla="*/ 4304593 h 5590381"/>
              <a:gd name="csX13" fmla="*/ 0 w 18288"/>
              <a:gd name="csY13" fmla="*/ 3773507 h 5590381"/>
              <a:gd name="csX14" fmla="*/ 0 w 18288"/>
              <a:gd name="csY14" fmla="*/ 3186517 h 5590381"/>
              <a:gd name="csX15" fmla="*/ 0 w 18288"/>
              <a:gd name="csY15" fmla="*/ 2487720 h 5590381"/>
              <a:gd name="csX16" fmla="*/ 0 w 18288"/>
              <a:gd name="csY16" fmla="*/ 1956633 h 5590381"/>
              <a:gd name="csX17" fmla="*/ 0 w 18288"/>
              <a:gd name="csY17" fmla="*/ 1425547 h 5590381"/>
              <a:gd name="csX18" fmla="*/ 0 w 18288"/>
              <a:gd name="csY18" fmla="*/ 614942 h 5590381"/>
              <a:gd name="csX19" fmla="*/ 0 w 18288"/>
              <a:gd name="csY19" fmla="*/ 0 h 55903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18288" h="5590381" fill="none" extrusionOk="0">
                <a:moveTo>
                  <a:pt x="0" y="0"/>
                </a:moveTo>
                <a:cubicBezTo>
                  <a:pt x="7726" y="-435"/>
                  <a:pt x="14198" y="437"/>
                  <a:pt x="18288" y="0"/>
                </a:cubicBezTo>
                <a:cubicBezTo>
                  <a:pt x="-5226" y="225076"/>
                  <a:pt x="46275" y="562283"/>
                  <a:pt x="18288" y="754701"/>
                </a:cubicBezTo>
                <a:cubicBezTo>
                  <a:pt x="-9699" y="947119"/>
                  <a:pt x="30081" y="1239251"/>
                  <a:pt x="18288" y="1565307"/>
                </a:cubicBezTo>
                <a:cubicBezTo>
                  <a:pt x="6495" y="1891363"/>
                  <a:pt x="7160" y="1999140"/>
                  <a:pt x="18288" y="2152297"/>
                </a:cubicBezTo>
                <a:cubicBezTo>
                  <a:pt x="29417" y="2305454"/>
                  <a:pt x="28705" y="2598333"/>
                  <a:pt x="18288" y="2906998"/>
                </a:cubicBezTo>
                <a:cubicBezTo>
                  <a:pt x="7871" y="3215663"/>
                  <a:pt x="35263" y="3327412"/>
                  <a:pt x="18288" y="3549892"/>
                </a:cubicBezTo>
                <a:cubicBezTo>
                  <a:pt x="1313" y="3772372"/>
                  <a:pt x="38561" y="3843836"/>
                  <a:pt x="18288" y="4080978"/>
                </a:cubicBezTo>
                <a:cubicBezTo>
                  <a:pt x="-1985" y="4318120"/>
                  <a:pt x="-3806" y="4511166"/>
                  <a:pt x="18288" y="4835680"/>
                </a:cubicBezTo>
                <a:cubicBezTo>
                  <a:pt x="40382" y="5160194"/>
                  <a:pt x="-13070" y="5401748"/>
                  <a:pt x="18288" y="5590381"/>
                </a:cubicBezTo>
                <a:cubicBezTo>
                  <a:pt x="12010" y="5589863"/>
                  <a:pt x="6799" y="5589982"/>
                  <a:pt x="0" y="5590381"/>
                </a:cubicBezTo>
                <a:cubicBezTo>
                  <a:pt x="-6480" y="5250523"/>
                  <a:pt x="-32148" y="5052531"/>
                  <a:pt x="0" y="4835680"/>
                </a:cubicBezTo>
                <a:cubicBezTo>
                  <a:pt x="32148" y="4618829"/>
                  <a:pt x="5352" y="4496374"/>
                  <a:pt x="0" y="4304593"/>
                </a:cubicBezTo>
                <a:cubicBezTo>
                  <a:pt x="-5352" y="4112812"/>
                  <a:pt x="9645" y="3919423"/>
                  <a:pt x="0" y="3773507"/>
                </a:cubicBezTo>
                <a:cubicBezTo>
                  <a:pt x="-9645" y="3627591"/>
                  <a:pt x="-10654" y="3330687"/>
                  <a:pt x="0" y="3186517"/>
                </a:cubicBezTo>
                <a:cubicBezTo>
                  <a:pt x="10654" y="3042347"/>
                  <a:pt x="18181" y="2635923"/>
                  <a:pt x="0" y="2487720"/>
                </a:cubicBezTo>
                <a:cubicBezTo>
                  <a:pt x="-18181" y="2339517"/>
                  <a:pt x="-7947" y="2113537"/>
                  <a:pt x="0" y="1956633"/>
                </a:cubicBezTo>
                <a:cubicBezTo>
                  <a:pt x="7947" y="1799729"/>
                  <a:pt x="-15145" y="1657735"/>
                  <a:pt x="0" y="1425547"/>
                </a:cubicBezTo>
                <a:cubicBezTo>
                  <a:pt x="15145" y="1193359"/>
                  <a:pt x="-23832" y="948054"/>
                  <a:pt x="0" y="614942"/>
                </a:cubicBezTo>
                <a:cubicBezTo>
                  <a:pt x="23832" y="281831"/>
                  <a:pt x="2816" y="129878"/>
                  <a:pt x="0" y="0"/>
                </a:cubicBezTo>
                <a:close/>
              </a:path>
              <a:path w="18288" h="5590381" stroke="0" extrusionOk="0">
                <a:moveTo>
                  <a:pt x="0" y="0"/>
                </a:moveTo>
                <a:cubicBezTo>
                  <a:pt x="5871" y="848"/>
                  <a:pt x="11713" y="-200"/>
                  <a:pt x="18288" y="0"/>
                </a:cubicBezTo>
                <a:cubicBezTo>
                  <a:pt x="41141" y="165299"/>
                  <a:pt x="3613" y="427555"/>
                  <a:pt x="18288" y="698798"/>
                </a:cubicBezTo>
                <a:cubicBezTo>
                  <a:pt x="32963" y="970041"/>
                  <a:pt x="19680" y="1226199"/>
                  <a:pt x="18288" y="1397595"/>
                </a:cubicBezTo>
                <a:cubicBezTo>
                  <a:pt x="16896" y="1568991"/>
                  <a:pt x="38798" y="1794517"/>
                  <a:pt x="18288" y="2152297"/>
                </a:cubicBezTo>
                <a:cubicBezTo>
                  <a:pt x="-2222" y="2510077"/>
                  <a:pt x="40846" y="2594424"/>
                  <a:pt x="18288" y="2739287"/>
                </a:cubicBezTo>
                <a:cubicBezTo>
                  <a:pt x="-4270" y="2884150"/>
                  <a:pt x="27117" y="3129706"/>
                  <a:pt x="18288" y="3493988"/>
                </a:cubicBezTo>
                <a:cubicBezTo>
                  <a:pt x="9459" y="3858270"/>
                  <a:pt x="54201" y="4041447"/>
                  <a:pt x="18288" y="4304593"/>
                </a:cubicBezTo>
                <a:cubicBezTo>
                  <a:pt x="-17625" y="4567740"/>
                  <a:pt x="49627" y="5149125"/>
                  <a:pt x="18288" y="5590381"/>
                </a:cubicBezTo>
                <a:cubicBezTo>
                  <a:pt x="10860" y="5590744"/>
                  <a:pt x="7568" y="5590157"/>
                  <a:pt x="0" y="5590381"/>
                </a:cubicBezTo>
                <a:cubicBezTo>
                  <a:pt x="36767" y="5266821"/>
                  <a:pt x="-16223" y="5116146"/>
                  <a:pt x="0" y="4835680"/>
                </a:cubicBezTo>
                <a:cubicBezTo>
                  <a:pt x="16223" y="4555214"/>
                  <a:pt x="-16316" y="4356490"/>
                  <a:pt x="0" y="4136882"/>
                </a:cubicBezTo>
                <a:cubicBezTo>
                  <a:pt x="16316" y="3917274"/>
                  <a:pt x="8005" y="3773465"/>
                  <a:pt x="0" y="3549892"/>
                </a:cubicBezTo>
                <a:cubicBezTo>
                  <a:pt x="-8005" y="3326319"/>
                  <a:pt x="27623" y="3052456"/>
                  <a:pt x="0" y="2851094"/>
                </a:cubicBezTo>
                <a:cubicBezTo>
                  <a:pt x="-27623" y="2649732"/>
                  <a:pt x="5614" y="2455815"/>
                  <a:pt x="0" y="2264104"/>
                </a:cubicBezTo>
                <a:cubicBezTo>
                  <a:pt x="-5614" y="2072393"/>
                  <a:pt x="22598" y="1990723"/>
                  <a:pt x="0" y="1733018"/>
                </a:cubicBezTo>
                <a:cubicBezTo>
                  <a:pt x="-22598" y="1475313"/>
                  <a:pt x="-6965" y="1369123"/>
                  <a:pt x="0" y="1090124"/>
                </a:cubicBezTo>
                <a:cubicBezTo>
                  <a:pt x="6965" y="811125"/>
                  <a:pt x="-19273" y="507044"/>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3114097614">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a:extLst>
              <a:ext uri="{FF2B5EF4-FFF2-40B4-BE49-F238E27FC236}">
                <a16:creationId xmlns:a16="http://schemas.microsoft.com/office/drawing/2014/main" id="{C54A8012-8DC8-DDFB-7339-315C8ADC161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54296" y="2311969"/>
            <a:ext cx="6894576" cy="551566"/>
          </a:xfrm>
          <a:prstGeom prst="rect">
            <a:avLst/>
          </a:prstGeom>
        </p:spPr>
      </p:pic>
      <p:sp>
        <p:nvSpPr>
          <p:cNvPr id="43" name="Content Placeholder 31">
            <a:extLst>
              <a:ext uri="{FF2B5EF4-FFF2-40B4-BE49-F238E27FC236}">
                <a16:creationId xmlns:a16="http://schemas.microsoft.com/office/drawing/2014/main" id="{DB7B3668-D9B2-8E04-940D-00A9AE1DF0A1}"/>
              </a:ext>
            </a:extLst>
          </p:cNvPr>
          <p:cNvSpPr>
            <a:spLocks noGrp="1"/>
          </p:cNvSpPr>
          <p:nvPr>
            <p:ph idx="1"/>
          </p:nvPr>
        </p:nvSpPr>
        <p:spPr>
          <a:xfrm>
            <a:off x="4654296" y="4798577"/>
            <a:ext cx="6894576" cy="1428487"/>
          </a:xfrm>
        </p:spPr>
        <p:txBody>
          <a:bodyPr anchor="t">
            <a:normAutofit/>
          </a:bodyPr>
          <a:lstStyle/>
          <a:p>
            <a:r>
              <a:rPr lang="en-US" sz="2200" dirty="0"/>
              <a:t>This means the database is set up to automatically make a smart, high-performance copy of the data at regular intervals so the database never lose the information if the system crashes.</a:t>
            </a:r>
          </a:p>
          <a:p>
            <a:endParaRPr lang="en-US" sz="2200" dirty="0"/>
          </a:p>
        </p:txBody>
      </p:sp>
    </p:spTree>
    <p:extLst>
      <p:ext uri="{BB962C8B-B14F-4D97-AF65-F5344CB8AC3E}">
        <p14:creationId xmlns:p14="http://schemas.microsoft.com/office/powerpoint/2010/main" val="421022719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32AEEBC8-9D30-42EF-95F2-386C2653FB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E52A40B-3736-B27B-8A53-EEB13E64671D}"/>
              </a:ext>
            </a:extLst>
          </p:cNvPr>
          <p:cNvSpPr>
            <a:spLocks noGrp="1"/>
          </p:cNvSpPr>
          <p:nvPr>
            <p:ph type="title"/>
          </p:nvPr>
        </p:nvSpPr>
        <p:spPr>
          <a:xfrm>
            <a:off x="630936" y="502920"/>
            <a:ext cx="3419856" cy="1463040"/>
          </a:xfrm>
        </p:spPr>
        <p:txBody>
          <a:bodyPr anchor="ctr">
            <a:normAutofit/>
          </a:bodyPr>
          <a:lstStyle/>
          <a:p>
            <a:r>
              <a:rPr lang="en-US" sz="4100"/>
              <a:t>PL SQL Business Logic</a:t>
            </a:r>
          </a:p>
        </p:txBody>
      </p:sp>
      <p:sp>
        <p:nvSpPr>
          <p:cNvPr id="14" name="sketch line">
            <a:extLst>
              <a:ext uri="{FF2B5EF4-FFF2-40B4-BE49-F238E27FC236}">
                <a16:creationId xmlns:a16="http://schemas.microsoft.com/office/drawing/2014/main" id="{2E92FA66-67D7-4CB4-94D3-E643A9AD47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566159" y="1225296"/>
            <a:ext cx="1554480" cy="18288"/>
          </a:xfrm>
          <a:custGeom>
            <a:avLst/>
            <a:gdLst>
              <a:gd name="csX0" fmla="*/ 0 w 1554480"/>
              <a:gd name="csY0" fmla="*/ 0 h 18288"/>
              <a:gd name="csX1" fmla="*/ 549250 w 1554480"/>
              <a:gd name="csY1" fmla="*/ 0 h 18288"/>
              <a:gd name="csX2" fmla="*/ 1082954 w 1554480"/>
              <a:gd name="csY2" fmla="*/ 0 h 18288"/>
              <a:gd name="csX3" fmla="*/ 1554480 w 1554480"/>
              <a:gd name="csY3" fmla="*/ 0 h 18288"/>
              <a:gd name="csX4" fmla="*/ 1554480 w 1554480"/>
              <a:gd name="csY4" fmla="*/ 18288 h 18288"/>
              <a:gd name="csX5" fmla="*/ 1067410 w 1554480"/>
              <a:gd name="csY5" fmla="*/ 18288 h 18288"/>
              <a:gd name="csX6" fmla="*/ 549250 w 1554480"/>
              <a:gd name="csY6" fmla="*/ 18288 h 18288"/>
              <a:gd name="csX7" fmla="*/ 0 w 1554480"/>
              <a:gd name="csY7" fmla="*/ 18288 h 18288"/>
              <a:gd name="csX8" fmla="*/ 0 w 1554480"/>
              <a:gd name="csY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554480" h="18288" fill="none" extrusionOk="0">
                <a:moveTo>
                  <a:pt x="0" y="0"/>
                </a:moveTo>
                <a:cubicBezTo>
                  <a:pt x="114141" y="-19864"/>
                  <a:pt x="345055" y="-1657"/>
                  <a:pt x="549250" y="0"/>
                </a:cubicBezTo>
                <a:cubicBezTo>
                  <a:pt x="753445" y="1657"/>
                  <a:pt x="862292" y="-5674"/>
                  <a:pt x="1082954" y="0"/>
                </a:cubicBezTo>
                <a:cubicBezTo>
                  <a:pt x="1303616" y="5674"/>
                  <a:pt x="1363530" y="4537"/>
                  <a:pt x="1554480" y="0"/>
                </a:cubicBezTo>
                <a:cubicBezTo>
                  <a:pt x="1554963" y="7176"/>
                  <a:pt x="1553909" y="13682"/>
                  <a:pt x="1554480" y="18288"/>
                </a:cubicBezTo>
                <a:cubicBezTo>
                  <a:pt x="1338847" y="6127"/>
                  <a:pt x="1215066" y="37851"/>
                  <a:pt x="1067410" y="18288"/>
                </a:cubicBezTo>
                <a:cubicBezTo>
                  <a:pt x="919754" y="-1275"/>
                  <a:pt x="800465" y="3080"/>
                  <a:pt x="549250" y="18288"/>
                </a:cubicBezTo>
                <a:cubicBezTo>
                  <a:pt x="298035" y="33496"/>
                  <a:pt x="158868" y="22769"/>
                  <a:pt x="0" y="18288"/>
                </a:cubicBezTo>
                <a:cubicBezTo>
                  <a:pt x="-655" y="13237"/>
                  <a:pt x="709" y="4645"/>
                  <a:pt x="0" y="0"/>
                </a:cubicBezTo>
                <a:close/>
              </a:path>
              <a:path w="1554480" h="18288" stroke="0" extrusionOk="0">
                <a:moveTo>
                  <a:pt x="0" y="0"/>
                </a:moveTo>
                <a:cubicBezTo>
                  <a:pt x="249941" y="-58"/>
                  <a:pt x="367334" y="23448"/>
                  <a:pt x="502615" y="0"/>
                </a:cubicBezTo>
                <a:cubicBezTo>
                  <a:pt x="637897" y="-23448"/>
                  <a:pt x="813653" y="-20418"/>
                  <a:pt x="974141" y="0"/>
                </a:cubicBezTo>
                <a:cubicBezTo>
                  <a:pt x="1134629" y="20418"/>
                  <a:pt x="1268772" y="6288"/>
                  <a:pt x="1554480" y="0"/>
                </a:cubicBezTo>
                <a:cubicBezTo>
                  <a:pt x="1554917" y="7222"/>
                  <a:pt x="1555359" y="13299"/>
                  <a:pt x="1554480" y="18288"/>
                </a:cubicBezTo>
                <a:cubicBezTo>
                  <a:pt x="1336087" y="12172"/>
                  <a:pt x="1310024" y="19759"/>
                  <a:pt x="1067410" y="18288"/>
                </a:cubicBezTo>
                <a:cubicBezTo>
                  <a:pt x="824796" y="16818"/>
                  <a:pt x="787902" y="34647"/>
                  <a:pt x="518160" y="18288"/>
                </a:cubicBezTo>
                <a:cubicBezTo>
                  <a:pt x="248418" y="1930"/>
                  <a:pt x="133160" y="9205"/>
                  <a:pt x="0" y="18288"/>
                </a:cubicBezTo>
                <a:cubicBezTo>
                  <a:pt x="-643" y="9451"/>
                  <a:pt x="-340" y="7114"/>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ontent Placeholder 8">
            <a:extLst>
              <a:ext uri="{FF2B5EF4-FFF2-40B4-BE49-F238E27FC236}">
                <a16:creationId xmlns:a16="http://schemas.microsoft.com/office/drawing/2014/main" id="{CF4A3E54-707E-2DAD-9EAB-495EE65E2D2F}"/>
              </a:ext>
            </a:extLst>
          </p:cNvPr>
          <p:cNvSpPr>
            <a:spLocks noGrp="1"/>
          </p:cNvSpPr>
          <p:nvPr>
            <p:ph idx="1"/>
          </p:nvPr>
        </p:nvSpPr>
        <p:spPr>
          <a:xfrm>
            <a:off x="4654295" y="502920"/>
            <a:ext cx="6894576" cy="1463040"/>
          </a:xfrm>
        </p:spPr>
        <p:txBody>
          <a:bodyPr anchor="ctr">
            <a:normAutofit/>
          </a:bodyPr>
          <a:lstStyle/>
          <a:p>
            <a:r>
              <a:rPr lang="en-US" sz="2400" dirty="0"/>
              <a:t>Instead of hardcoding a static price, this function calculates the total cost</a:t>
            </a:r>
            <a:r>
              <a:rPr lang="en-US" dirty="0"/>
              <a:t>,</a:t>
            </a:r>
            <a:r>
              <a:rPr lang="en-US" sz="2400" dirty="0"/>
              <a:t> based on what the user selects.</a:t>
            </a:r>
            <a:endParaRPr lang="en-US" sz="2200" dirty="0"/>
          </a:p>
        </p:txBody>
      </p:sp>
      <p:pic>
        <p:nvPicPr>
          <p:cNvPr id="5" name="Content Placeholder 4">
            <a:extLst>
              <a:ext uri="{FF2B5EF4-FFF2-40B4-BE49-F238E27FC236}">
                <a16:creationId xmlns:a16="http://schemas.microsoft.com/office/drawing/2014/main" id="{4BD010B4-76B8-1843-CE20-B8CE3C0E3D0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0936" y="3110581"/>
            <a:ext cx="10917936" cy="2320061"/>
          </a:xfrm>
          <a:prstGeom prst="rect">
            <a:avLst/>
          </a:prstGeom>
        </p:spPr>
      </p:pic>
    </p:spTree>
    <p:extLst>
      <p:ext uri="{BB962C8B-B14F-4D97-AF65-F5344CB8AC3E}">
        <p14:creationId xmlns:p14="http://schemas.microsoft.com/office/powerpoint/2010/main" val="18663951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2B97F24A-32CE-4C1C-A50D-3016B394DC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A7ED89F-05BA-4E19-22EF-00FB97368ED5}"/>
              </a:ext>
            </a:extLst>
          </p:cNvPr>
          <p:cNvSpPr>
            <a:spLocks noGrp="1"/>
          </p:cNvSpPr>
          <p:nvPr>
            <p:ph type="title"/>
          </p:nvPr>
        </p:nvSpPr>
        <p:spPr>
          <a:xfrm>
            <a:off x="630936" y="639520"/>
            <a:ext cx="3429000" cy="1719072"/>
          </a:xfrm>
        </p:spPr>
        <p:txBody>
          <a:bodyPr anchor="b">
            <a:normAutofit/>
          </a:bodyPr>
          <a:lstStyle/>
          <a:p>
            <a:r>
              <a:rPr lang="en-US" sz="5400" dirty="0"/>
              <a:t>Procedures</a:t>
            </a:r>
          </a:p>
        </p:txBody>
      </p:sp>
      <p:sp>
        <p:nvSpPr>
          <p:cNvPr id="14" name="sketch line">
            <a:extLst>
              <a:ext uri="{FF2B5EF4-FFF2-40B4-BE49-F238E27FC236}">
                <a16:creationId xmlns:a16="http://schemas.microsoft.com/office/drawing/2014/main" id="{CD8B4F24-440B-49E9-B85D-733523DC06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573756"/>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ontent Placeholder 8">
            <a:extLst>
              <a:ext uri="{FF2B5EF4-FFF2-40B4-BE49-F238E27FC236}">
                <a16:creationId xmlns:a16="http://schemas.microsoft.com/office/drawing/2014/main" id="{9AC3CDBF-6093-90AE-5C69-F6B2814D16B2}"/>
              </a:ext>
            </a:extLst>
          </p:cNvPr>
          <p:cNvSpPr>
            <a:spLocks noGrp="1"/>
          </p:cNvSpPr>
          <p:nvPr>
            <p:ph idx="1"/>
          </p:nvPr>
        </p:nvSpPr>
        <p:spPr>
          <a:xfrm>
            <a:off x="630936" y="2807208"/>
            <a:ext cx="3429000" cy="3410712"/>
          </a:xfrm>
        </p:spPr>
        <p:txBody>
          <a:bodyPr anchor="t">
            <a:normAutofit fontScale="85000" lnSpcReduction="10000"/>
          </a:bodyPr>
          <a:lstStyle/>
          <a:p>
            <a:r>
              <a:rPr lang="en-US" dirty="0"/>
              <a:t>procedures are action-oriented execution engines. They are built to modify data, run massive batch updates, and execute complex business workflows directly inside the database.</a:t>
            </a:r>
          </a:p>
          <a:p>
            <a:pPr marL="0" indent="0">
              <a:buNone/>
            </a:pPr>
            <a:br>
              <a:rPr lang="en-US" sz="2400" dirty="0"/>
            </a:br>
            <a:endParaRPr lang="en-US" sz="2400" dirty="0"/>
          </a:p>
          <a:p>
            <a:endParaRPr lang="en-US" sz="2200" dirty="0"/>
          </a:p>
        </p:txBody>
      </p:sp>
      <p:pic>
        <p:nvPicPr>
          <p:cNvPr id="5" name="Content Placeholder 4">
            <a:extLst>
              <a:ext uri="{FF2B5EF4-FFF2-40B4-BE49-F238E27FC236}">
                <a16:creationId xmlns:a16="http://schemas.microsoft.com/office/drawing/2014/main" id="{40BE03A7-1B58-84C1-8892-1BC532078B8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54296" y="1081735"/>
            <a:ext cx="6903720" cy="4694530"/>
          </a:xfrm>
          <a:prstGeom prst="rect">
            <a:avLst/>
          </a:prstGeom>
        </p:spPr>
      </p:pic>
    </p:spTree>
    <p:extLst>
      <p:ext uri="{BB962C8B-B14F-4D97-AF65-F5344CB8AC3E}">
        <p14:creationId xmlns:p14="http://schemas.microsoft.com/office/powerpoint/2010/main" val="11550395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32AEEBC8-9D30-42EF-95F2-386C2653FB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31F529E-FBBB-59B9-6810-0FEECFF0957A}"/>
              </a:ext>
            </a:extLst>
          </p:cNvPr>
          <p:cNvSpPr>
            <a:spLocks noGrp="1"/>
          </p:cNvSpPr>
          <p:nvPr>
            <p:ph type="title"/>
          </p:nvPr>
        </p:nvSpPr>
        <p:spPr>
          <a:xfrm>
            <a:off x="630936" y="502920"/>
            <a:ext cx="3419856" cy="1463040"/>
          </a:xfrm>
        </p:spPr>
        <p:txBody>
          <a:bodyPr anchor="ctr">
            <a:normAutofit/>
          </a:bodyPr>
          <a:lstStyle/>
          <a:p>
            <a:r>
              <a:rPr lang="en-US" sz="4800" dirty="0"/>
              <a:t>Triggers</a:t>
            </a:r>
          </a:p>
        </p:txBody>
      </p:sp>
      <p:sp>
        <p:nvSpPr>
          <p:cNvPr id="14" name="sketch line">
            <a:extLst>
              <a:ext uri="{FF2B5EF4-FFF2-40B4-BE49-F238E27FC236}">
                <a16:creationId xmlns:a16="http://schemas.microsoft.com/office/drawing/2014/main" id="{2E92FA66-67D7-4CB4-94D3-E643A9AD47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566159" y="1225296"/>
            <a:ext cx="1554480" cy="18288"/>
          </a:xfrm>
          <a:custGeom>
            <a:avLst/>
            <a:gdLst>
              <a:gd name="csX0" fmla="*/ 0 w 1554480"/>
              <a:gd name="csY0" fmla="*/ 0 h 18288"/>
              <a:gd name="csX1" fmla="*/ 549250 w 1554480"/>
              <a:gd name="csY1" fmla="*/ 0 h 18288"/>
              <a:gd name="csX2" fmla="*/ 1082954 w 1554480"/>
              <a:gd name="csY2" fmla="*/ 0 h 18288"/>
              <a:gd name="csX3" fmla="*/ 1554480 w 1554480"/>
              <a:gd name="csY3" fmla="*/ 0 h 18288"/>
              <a:gd name="csX4" fmla="*/ 1554480 w 1554480"/>
              <a:gd name="csY4" fmla="*/ 18288 h 18288"/>
              <a:gd name="csX5" fmla="*/ 1067410 w 1554480"/>
              <a:gd name="csY5" fmla="*/ 18288 h 18288"/>
              <a:gd name="csX6" fmla="*/ 549250 w 1554480"/>
              <a:gd name="csY6" fmla="*/ 18288 h 18288"/>
              <a:gd name="csX7" fmla="*/ 0 w 1554480"/>
              <a:gd name="csY7" fmla="*/ 18288 h 18288"/>
              <a:gd name="csX8" fmla="*/ 0 w 1554480"/>
              <a:gd name="csY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554480" h="18288" fill="none" extrusionOk="0">
                <a:moveTo>
                  <a:pt x="0" y="0"/>
                </a:moveTo>
                <a:cubicBezTo>
                  <a:pt x="114141" y="-19864"/>
                  <a:pt x="345055" y="-1657"/>
                  <a:pt x="549250" y="0"/>
                </a:cubicBezTo>
                <a:cubicBezTo>
                  <a:pt x="753445" y="1657"/>
                  <a:pt x="862292" y="-5674"/>
                  <a:pt x="1082954" y="0"/>
                </a:cubicBezTo>
                <a:cubicBezTo>
                  <a:pt x="1303616" y="5674"/>
                  <a:pt x="1363530" y="4537"/>
                  <a:pt x="1554480" y="0"/>
                </a:cubicBezTo>
                <a:cubicBezTo>
                  <a:pt x="1554963" y="7176"/>
                  <a:pt x="1553909" y="13682"/>
                  <a:pt x="1554480" y="18288"/>
                </a:cubicBezTo>
                <a:cubicBezTo>
                  <a:pt x="1338847" y="6127"/>
                  <a:pt x="1215066" y="37851"/>
                  <a:pt x="1067410" y="18288"/>
                </a:cubicBezTo>
                <a:cubicBezTo>
                  <a:pt x="919754" y="-1275"/>
                  <a:pt x="800465" y="3080"/>
                  <a:pt x="549250" y="18288"/>
                </a:cubicBezTo>
                <a:cubicBezTo>
                  <a:pt x="298035" y="33496"/>
                  <a:pt x="158868" y="22769"/>
                  <a:pt x="0" y="18288"/>
                </a:cubicBezTo>
                <a:cubicBezTo>
                  <a:pt x="-655" y="13237"/>
                  <a:pt x="709" y="4645"/>
                  <a:pt x="0" y="0"/>
                </a:cubicBezTo>
                <a:close/>
              </a:path>
              <a:path w="1554480" h="18288" stroke="0" extrusionOk="0">
                <a:moveTo>
                  <a:pt x="0" y="0"/>
                </a:moveTo>
                <a:cubicBezTo>
                  <a:pt x="249941" y="-58"/>
                  <a:pt x="367334" y="23448"/>
                  <a:pt x="502615" y="0"/>
                </a:cubicBezTo>
                <a:cubicBezTo>
                  <a:pt x="637897" y="-23448"/>
                  <a:pt x="813653" y="-20418"/>
                  <a:pt x="974141" y="0"/>
                </a:cubicBezTo>
                <a:cubicBezTo>
                  <a:pt x="1134629" y="20418"/>
                  <a:pt x="1268772" y="6288"/>
                  <a:pt x="1554480" y="0"/>
                </a:cubicBezTo>
                <a:cubicBezTo>
                  <a:pt x="1554917" y="7222"/>
                  <a:pt x="1555359" y="13299"/>
                  <a:pt x="1554480" y="18288"/>
                </a:cubicBezTo>
                <a:cubicBezTo>
                  <a:pt x="1336087" y="12172"/>
                  <a:pt x="1310024" y="19759"/>
                  <a:pt x="1067410" y="18288"/>
                </a:cubicBezTo>
                <a:cubicBezTo>
                  <a:pt x="824796" y="16818"/>
                  <a:pt x="787902" y="34647"/>
                  <a:pt x="518160" y="18288"/>
                </a:cubicBezTo>
                <a:cubicBezTo>
                  <a:pt x="248418" y="1930"/>
                  <a:pt x="133160" y="9205"/>
                  <a:pt x="0" y="18288"/>
                </a:cubicBezTo>
                <a:cubicBezTo>
                  <a:pt x="-643" y="9451"/>
                  <a:pt x="-340" y="7114"/>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ontent Placeholder 8">
            <a:extLst>
              <a:ext uri="{FF2B5EF4-FFF2-40B4-BE49-F238E27FC236}">
                <a16:creationId xmlns:a16="http://schemas.microsoft.com/office/drawing/2014/main" id="{99CE69D5-F394-510E-7C2A-491A4493C945}"/>
              </a:ext>
            </a:extLst>
          </p:cNvPr>
          <p:cNvSpPr>
            <a:spLocks noGrp="1"/>
          </p:cNvSpPr>
          <p:nvPr>
            <p:ph idx="1"/>
          </p:nvPr>
        </p:nvSpPr>
        <p:spPr>
          <a:xfrm>
            <a:off x="4654295" y="502920"/>
            <a:ext cx="6894576" cy="1463040"/>
          </a:xfrm>
        </p:spPr>
        <p:txBody>
          <a:bodyPr anchor="ctr">
            <a:normAutofit/>
          </a:bodyPr>
          <a:lstStyle/>
          <a:p>
            <a:r>
              <a:rPr lang="en-US" sz="2400" dirty="0"/>
              <a:t>A  database trigger is a database code that automatically runs in response to a specific event as an example we used it our system database</a:t>
            </a:r>
          </a:p>
        </p:txBody>
      </p:sp>
      <p:pic>
        <p:nvPicPr>
          <p:cNvPr id="5" name="Content Placeholder 4">
            <a:extLst>
              <a:ext uri="{FF2B5EF4-FFF2-40B4-BE49-F238E27FC236}">
                <a16:creationId xmlns:a16="http://schemas.microsoft.com/office/drawing/2014/main" id="{ED193D2B-354A-E176-9994-61BFB5C975A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0936" y="2960459"/>
            <a:ext cx="10917936" cy="2620305"/>
          </a:xfrm>
          <a:prstGeom prst="rect">
            <a:avLst/>
          </a:prstGeom>
        </p:spPr>
      </p:pic>
    </p:spTree>
    <p:extLst>
      <p:ext uri="{BB962C8B-B14F-4D97-AF65-F5344CB8AC3E}">
        <p14:creationId xmlns:p14="http://schemas.microsoft.com/office/powerpoint/2010/main" val="22683073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32AEEBC8-9D30-42EF-95F2-386C2653FB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D1E88E5-BF19-734A-643D-C875AA19782B}"/>
              </a:ext>
            </a:extLst>
          </p:cNvPr>
          <p:cNvSpPr>
            <a:spLocks noGrp="1"/>
          </p:cNvSpPr>
          <p:nvPr>
            <p:ph type="title"/>
          </p:nvPr>
        </p:nvSpPr>
        <p:spPr>
          <a:xfrm>
            <a:off x="630936" y="502920"/>
            <a:ext cx="3419856" cy="1463040"/>
          </a:xfrm>
        </p:spPr>
        <p:txBody>
          <a:bodyPr anchor="ctr">
            <a:normAutofit/>
          </a:bodyPr>
          <a:lstStyle/>
          <a:p>
            <a:r>
              <a:rPr lang="en-US" sz="4800" dirty="0"/>
              <a:t>Cursors</a:t>
            </a:r>
          </a:p>
        </p:txBody>
      </p:sp>
      <p:sp>
        <p:nvSpPr>
          <p:cNvPr id="21" name="sketch line">
            <a:extLst>
              <a:ext uri="{FF2B5EF4-FFF2-40B4-BE49-F238E27FC236}">
                <a16:creationId xmlns:a16="http://schemas.microsoft.com/office/drawing/2014/main" id="{2E92FA66-67D7-4CB4-94D3-E643A9AD47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566159" y="1225296"/>
            <a:ext cx="1554480" cy="18288"/>
          </a:xfrm>
          <a:custGeom>
            <a:avLst/>
            <a:gdLst>
              <a:gd name="csX0" fmla="*/ 0 w 1554480"/>
              <a:gd name="csY0" fmla="*/ 0 h 18288"/>
              <a:gd name="csX1" fmla="*/ 549250 w 1554480"/>
              <a:gd name="csY1" fmla="*/ 0 h 18288"/>
              <a:gd name="csX2" fmla="*/ 1082954 w 1554480"/>
              <a:gd name="csY2" fmla="*/ 0 h 18288"/>
              <a:gd name="csX3" fmla="*/ 1554480 w 1554480"/>
              <a:gd name="csY3" fmla="*/ 0 h 18288"/>
              <a:gd name="csX4" fmla="*/ 1554480 w 1554480"/>
              <a:gd name="csY4" fmla="*/ 18288 h 18288"/>
              <a:gd name="csX5" fmla="*/ 1067410 w 1554480"/>
              <a:gd name="csY5" fmla="*/ 18288 h 18288"/>
              <a:gd name="csX6" fmla="*/ 549250 w 1554480"/>
              <a:gd name="csY6" fmla="*/ 18288 h 18288"/>
              <a:gd name="csX7" fmla="*/ 0 w 1554480"/>
              <a:gd name="csY7" fmla="*/ 18288 h 18288"/>
              <a:gd name="csX8" fmla="*/ 0 w 1554480"/>
              <a:gd name="csY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554480" h="18288" fill="none" extrusionOk="0">
                <a:moveTo>
                  <a:pt x="0" y="0"/>
                </a:moveTo>
                <a:cubicBezTo>
                  <a:pt x="114141" y="-19864"/>
                  <a:pt x="345055" y="-1657"/>
                  <a:pt x="549250" y="0"/>
                </a:cubicBezTo>
                <a:cubicBezTo>
                  <a:pt x="753445" y="1657"/>
                  <a:pt x="862292" y="-5674"/>
                  <a:pt x="1082954" y="0"/>
                </a:cubicBezTo>
                <a:cubicBezTo>
                  <a:pt x="1303616" y="5674"/>
                  <a:pt x="1363530" y="4537"/>
                  <a:pt x="1554480" y="0"/>
                </a:cubicBezTo>
                <a:cubicBezTo>
                  <a:pt x="1554963" y="7176"/>
                  <a:pt x="1553909" y="13682"/>
                  <a:pt x="1554480" y="18288"/>
                </a:cubicBezTo>
                <a:cubicBezTo>
                  <a:pt x="1338847" y="6127"/>
                  <a:pt x="1215066" y="37851"/>
                  <a:pt x="1067410" y="18288"/>
                </a:cubicBezTo>
                <a:cubicBezTo>
                  <a:pt x="919754" y="-1275"/>
                  <a:pt x="800465" y="3080"/>
                  <a:pt x="549250" y="18288"/>
                </a:cubicBezTo>
                <a:cubicBezTo>
                  <a:pt x="298035" y="33496"/>
                  <a:pt x="158868" y="22769"/>
                  <a:pt x="0" y="18288"/>
                </a:cubicBezTo>
                <a:cubicBezTo>
                  <a:pt x="-655" y="13237"/>
                  <a:pt x="709" y="4645"/>
                  <a:pt x="0" y="0"/>
                </a:cubicBezTo>
                <a:close/>
              </a:path>
              <a:path w="1554480" h="18288" stroke="0" extrusionOk="0">
                <a:moveTo>
                  <a:pt x="0" y="0"/>
                </a:moveTo>
                <a:cubicBezTo>
                  <a:pt x="249941" y="-58"/>
                  <a:pt x="367334" y="23448"/>
                  <a:pt x="502615" y="0"/>
                </a:cubicBezTo>
                <a:cubicBezTo>
                  <a:pt x="637897" y="-23448"/>
                  <a:pt x="813653" y="-20418"/>
                  <a:pt x="974141" y="0"/>
                </a:cubicBezTo>
                <a:cubicBezTo>
                  <a:pt x="1134629" y="20418"/>
                  <a:pt x="1268772" y="6288"/>
                  <a:pt x="1554480" y="0"/>
                </a:cubicBezTo>
                <a:cubicBezTo>
                  <a:pt x="1554917" y="7222"/>
                  <a:pt x="1555359" y="13299"/>
                  <a:pt x="1554480" y="18288"/>
                </a:cubicBezTo>
                <a:cubicBezTo>
                  <a:pt x="1336087" y="12172"/>
                  <a:pt x="1310024" y="19759"/>
                  <a:pt x="1067410" y="18288"/>
                </a:cubicBezTo>
                <a:cubicBezTo>
                  <a:pt x="824796" y="16818"/>
                  <a:pt x="787902" y="34647"/>
                  <a:pt x="518160" y="18288"/>
                </a:cubicBezTo>
                <a:cubicBezTo>
                  <a:pt x="248418" y="1930"/>
                  <a:pt x="133160" y="9205"/>
                  <a:pt x="0" y="18288"/>
                </a:cubicBezTo>
                <a:cubicBezTo>
                  <a:pt x="-643" y="9451"/>
                  <a:pt x="-340" y="7114"/>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ontent Placeholder 8">
            <a:extLst>
              <a:ext uri="{FF2B5EF4-FFF2-40B4-BE49-F238E27FC236}">
                <a16:creationId xmlns:a16="http://schemas.microsoft.com/office/drawing/2014/main" id="{EFA429C9-A762-C699-6F27-5CB25AC6E52A}"/>
              </a:ext>
            </a:extLst>
          </p:cNvPr>
          <p:cNvSpPr>
            <a:spLocks noGrp="1"/>
          </p:cNvSpPr>
          <p:nvPr>
            <p:ph idx="1"/>
          </p:nvPr>
        </p:nvSpPr>
        <p:spPr>
          <a:xfrm>
            <a:off x="4654295" y="502920"/>
            <a:ext cx="6894576" cy="1463040"/>
          </a:xfrm>
        </p:spPr>
        <p:txBody>
          <a:bodyPr anchor="ctr">
            <a:normAutofit/>
          </a:bodyPr>
          <a:lstStyle/>
          <a:p>
            <a:r>
              <a:rPr lang="en-US" sz="2200" dirty="0"/>
              <a:t>In the database we used cursors to process and loop thorough one raw data at time for  larger set of queries</a:t>
            </a:r>
          </a:p>
        </p:txBody>
      </p:sp>
      <p:pic>
        <p:nvPicPr>
          <p:cNvPr id="4" name="Picture 3">
            <a:extLst>
              <a:ext uri="{FF2B5EF4-FFF2-40B4-BE49-F238E27FC236}">
                <a16:creationId xmlns:a16="http://schemas.microsoft.com/office/drawing/2014/main" id="{619CE47B-1803-BA16-5470-D15FE2E43C6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66133" y="2290936"/>
            <a:ext cx="10847541" cy="3959352"/>
          </a:xfrm>
          <a:prstGeom prst="rect">
            <a:avLst/>
          </a:prstGeom>
        </p:spPr>
      </p:pic>
    </p:spTree>
    <p:extLst>
      <p:ext uri="{BB962C8B-B14F-4D97-AF65-F5344CB8AC3E}">
        <p14:creationId xmlns:p14="http://schemas.microsoft.com/office/powerpoint/2010/main" val="202269050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pPr algn="ctr">
              <a:defRPr b="1" sz="1800">
                <a:solidFill>
                  <a:srgbClr val="0F172A"/>
                </a:solidFill>
              </a:defRPr>
            </a:pPr>
            <a:r>
              <a:t>Dual-Database Synergy: Oracle XE + MongoDB Atlas</a:t>
            </a:r>
            <a:endParaRPr lang="en-US"/>
          </a:p>
          <a:p>
            <a:pPr>
              <a:defRPr sz="1300" b="1">
                <a:solidFill>
                  <a:srgbClr val="2563EB"/>
                </a:solidFill>
              </a:defRPr>
            </a:pPr>
            <a:r>
              <a:t>Oracle 21c Database (Transactional &amp; ACID Master Data):</a:t>
            </a:r>
          </a:p>
          <a:p>
            <a:pPr>
              <a:defRPr sz="1300">
                <a:solidFill>
                  <a:srgbClr val="475569"/>
                </a:solidFill>
              </a:defRPr>
            </a:pPr>
            <a:r>
              <a:t>  • Relational Schema: PASSENGER, DRIVER, VEHICLE, ROUTE, TRIP, BOOKING, PAYMENT, MAINTENANCE, FEEDBACK</a:t>
            </a:r>
          </a:p>
          <a:p>
            <a:pPr>
              <a:defRPr sz="1300">
                <a:solidFill>
                  <a:srgbClr val="475569"/>
                </a:solidFill>
              </a:defRPr>
            </a:pPr>
            <a:r>
              <a:t>  • High-Performance PL/SQL: CALCULATE_FARE, MAKE_BOOKING, TRG_MANAGE_SEATS, Cursors, Materialized Views</a:t>
            </a:r>
          </a:p>
          <a:p>
            <a:pPr>
              <a:defRPr sz="1300" b="1">
                <a:solidFill>
                  <a:srgbClr val="2563EB"/>
                </a:solidFill>
              </a:defRPr>
            </a:pPr>
            <a:r>
              <a:t>MongoDB Atlas (Flexible Document &amp; Multimedia Vault):</a:t>
            </a:r>
          </a:p>
          <a:p>
            <a:pPr>
              <a:defRPr sz="1300">
                <a:solidFill>
                  <a:srgbClr val="475569"/>
                </a:solidFill>
              </a:defRPr>
            </a:pPr>
            <a:r>
              <a:t>  • Unstructured Reviews: db.reviews (Ratings, tags, full-text complaint search)</a:t>
            </a:r>
          </a:p>
          <a:p>
            <a:pPr>
              <a:defRPr sz="1300">
                <a:solidFill>
                  <a:srgbClr val="475569"/>
                </a:solidFill>
              </a:defRPr>
            </a:pPr>
            <a:r>
              <a:t>  • Broadcast System: db.announcements (Role-targeted emergency announcements)</a:t>
            </a:r>
          </a:p>
          <a:p>
            <a:pPr>
              <a:defRPr sz="1300">
                <a:solidFill>
                  <a:srgbClr val="475569"/>
                </a:solidFill>
              </a:defRPr>
            </a:pPr>
            <a:r>
              <a:t>  • Media Store: db.vehicle_documents &amp; db.trip_media (Cloud document links &amp; photo galleries)</a:t>
            </a:r>
          </a:p>
          <a:p>
            <a:pPr>
              <a:defRPr sz="1300">
                <a:solidFill>
                  <a:srgbClr val="475569"/>
                </a:solidFill>
              </a:defRPr>
            </a:pPr>
            <a:r>
              <a:t>Cross-Database Stitching via Spring Boot Microservice Gateway (Port 8080).</a:t>
            </a:r>
          </a:p>
        </p:txBody>
      </p:sp>
      <p:sp>
        <p:nvSpPr>
          <p:cNvPr id="11" name="Rectangle 10">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2170031"/>
          </a:xfrm>
          <a:prstGeom prst="rect">
            <a:avLst/>
          </a:prstGeom>
          <a:gradFill>
            <a:gsLst>
              <a:gs pos="0">
                <a:srgbClr val="000000">
                  <a:alpha val="96000"/>
                </a:srgbClr>
              </a:gs>
              <a:gs pos="100000">
                <a:schemeClr val="accent1">
                  <a:lumMod val="7500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082819" y="0"/>
            <a:ext cx="4097211" cy="2170661"/>
          </a:xfrm>
          <a:prstGeom prst="rect">
            <a:avLst/>
          </a:prstGeom>
          <a:gradFill>
            <a:gsLst>
              <a:gs pos="19000">
                <a:schemeClr val="accent1">
                  <a:lumMod val="50000"/>
                  <a:alpha val="68000"/>
                </a:schemeClr>
              </a:gs>
              <a:gs pos="100000">
                <a:schemeClr val="accent1">
                  <a:alpha val="48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5010646" y="-5010043"/>
            <a:ext cx="2170709" cy="12192000"/>
          </a:xfrm>
          <a:prstGeom prst="rect">
            <a:avLst/>
          </a:prstGeom>
          <a:gradFill>
            <a:gsLst>
              <a:gs pos="23000">
                <a:schemeClr val="accent1">
                  <a:lumMod val="75000"/>
                  <a:alpha val="16000"/>
                </a:schemeClr>
              </a:gs>
              <a:gs pos="99000">
                <a:srgbClr val="000000">
                  <a:alpha val="45000"/>
                </a:srgbClr>
              </a:gs>
            </a:gsLst>
            <a:lin ang="21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5DCFD477-786E-3FEE-274D-F476F4AF904D}"/>
              </a:ext>
            </a:extLst>
          </p:cNvPr>
          <p:cNvSpPr>
            <a:spLocks noGrp="1"/>
          </p:cNvSpPr>
          <p:nvPr>
            <p:ph type="title"/>
          </p:nvPr>
        </p:nvSpPr>
        <p:spPr>
          <a:xfrm>
            <a:off x="1383564" y="348865"/>
            <a:ext cx="9718111" cy="1576446"/>
          </a:xfrm>
        </p:spPr>
        <p:txBody>
          <a:bodyPr anchor="ctr">
            <a:normAutofit/>
          </a:bodyPr>
          <a:lstStyle/>
          <a:p>
            <a:r>
              <a:rPr lang="en-US" sz="4000">
                <a:solidFill>
                  <a:srgbClr val="FFFFFF"/>
                </a:solidFill>
              </a:rPr>
              <a:t>Hybrid architecture </a:t>
            </a:r>
          </a:p>
        </p:txBody>
      </p:sp>
      <p:graphicFrame>
        <p:nvGraphicFramePr>
          <p:cNvPr id="5" name="Content Placeholder 2">
            <a:extLst>
              <a:ext uri="{FF2B5EF4-FFF2-40B4-BE49-F238E27FC236}">
                <a16:creationId xmlns:a16="http://schemas.microsoft.com/office/drawing/2014/main" id="{7E730A0F-0618-A0A8-8E56-8F85EB9A1F62}"/>
              </a:ext>
            </a:extLst>
          </p:cNvPr>
          <p:cNvGraphicFramePr>
            <a:graphicFrameLocks noGrp="1"/>
          </p:cNvGraphicFramePr>
          <p:nvPr>
            <p:ph idx="1"/>
            <p:extLst>
              <p:ext uri="{D42A27DB-BD31-4B8C-83A1-F6EECF244321}">
                <p14:modId xmlns:p14="http://schemas.microsoft.com/office/powerpoint/2010/main" val="2919083459"/>
              </p:ext>
            </p:extLst>
          </p:nvPr>
        </p:nvGraphicFramePr>
        <p:xfrm>
          <a:off x="644056" y="2615979"/>
          <a:ext cx="10927829" cy="36894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71752878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32AEEBC8-9D30-42EF-95F2-386C2653FB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5822AB4-AF95-97C9-FEB1-899033F078AC}"/>
              </a:ext>
            </a:extLst>
          </p:cNvPr>
          <p:cNvSpPr>
            <a:spLocks noGrp="1"/>
          </p:cNvSpPr>
          <p:nvPr>
            <p:ph type="title"/>
          </p:nvPr>
        </p:nvSpPr>
        <p:spPr>
          <a:xfrm>
            <a:off x="630936" y="502920"/>
            <a:ext cx="3419856" cy="1463040"/>
          </a:xfrm>
        </p:spPr>
        <p:txBody>
          <a:bodyPr anchor="ctr">
            <a:normAutofit/>
          </a:bodyPr>
          <a:lstStyle/>
          <a:p>
            <a:r>
              <a:rPr lang="en-US" sz="4800"/>
              <a:t>MongoDB Queries</a:t>
            </a:r>
          </a:p>
        </p:txBody>
      </p:sp>
      <p:sp>
        <p:nvSpPr>
          <p:cNvPr id="14" name="sketch line">
            <a:extLst>
              <a:ext uri="{FF2B5EF4-FFF2-40B4-BE49-F238E27FC236}">
                <a16:creationId xmlns:a16="http://schemas.microsoft.com/office/drawing/2014/main" id="{2E92FA66-67D7-4CB4-94D3-E643A9AD47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566159" y="1225296"/>
            <a:ext cx="1554480" cy="18288"/>
          </a:xfrm>
          <a:custGeom>
            <a:avLst/>
            <a:gdLst>
              <a:gd name="csX0" fmla="*/ 0 w 1554480"/>
              <a:gd name="csY0" fmla="*/ 0 h 18288"/>
              <a:gd name="csX1" fmla="*/ 549250 w 1554480"/>
              <a:gd name="csY1" fmla="*/ 0 h 18288"/>
              <a:gd name="csX2" fmla="*/ 1082954 w 1554480"/>
              <a:gd name="csY2" fmla="*/ 0 h 18288"/>
              <a:gd name="csX3" fmla="*/ 1554480 w 1554480"/>
              <a:gd name="csY3" fmla="*/ 0 h 18288"/>
              <a:gd name="csX4" fmla="*/ 1554480 w 1554480"/>
              <a:gd name="csY4" fmla="*/ 18288 h 18288"/>
              <a:gd name="csX5" fmla="*/ 1067410 w 1554480"/>
              <a:gd name="csY5" fmla="*/ 18288 h 18288"/>
              <a:gd name="csX6" fmla="*/ 549250 w 1554480"/>
              <a:gd name="csY6" fmla="*/ 18288 h 18288"/>
              <a:gd name="csX7" fmla="*/ 0 w 1554480"/>
              <a:gd name="csY7" fmla="*/ 18288 h 18288"/>
              <a:gd name="csX8" fmla="*/ 0 w 1554480"/>
              <a:gd name="csY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554480" h="18288" fill="none" extrusionOk="0">
                <a:moveTo>
                  <a:pt x="0" y="0"/>
                </a:moveTo>
                <a:cubicBezTo>
                  <a:pt x="114141" y="-19864"/>
                  <a:pt x="345055" y="-1657"/>
                  <a:pt x="549250" y="0"/>
                </a:cubicBezTo>
                <a:cubicBezTo>
                  <a:pt x="753445" y="1657"/>
                  <a:pt x="862292" y="-5674"/>
                  <a:pt x="1082954" y="0"/>
                </a:cubicBezTo>
                <a:cubicBezTo>
                  <a:pt x="1303616" y="5674"/>
                  <a:pt x="1363530" y="4537"/>
                  <a:pt x="1554480" y="0"/>
                </a:cubicBezTo>
                <a:cubicBezTo>
                  <a:pt x="1554963" y="7176"/>
                  <a:pt x="1553909" y="13682"/>
                  <a:pt x="1554480" y="18288"/>
                </a:cubicBezTo>
                <a:cubicBezTo>
                  <a:pt x="1338847" y="6127"/>
                  <a:pt x="1215066" y="37851"/>
                  <a:pt x="1067410" y="18288"/>
                </a:cubicBezTo>
                <a:cubicBezTo>
                  <a:pt x="919754" y="-1275"/>
                  <a:pt x="800465" y="3080"/>
                  <a:pt x="549250" y="18288"/>
                </a:cubicBezTo>
                <a:cubicBezTo>
                  <a:pt x="298035" y="33496"/>
                  <a:pt x="158868" y="22769"/>
                  <a:pt x="0" y="18288"/>
                </a:cubicBezTo>
                <a:cubicBezTo>
                  <a:pt x="-655" y="13237"/>
                  <a:pt x="709" y="4645"/>
                  <a:pt x="0" y="0"/>
                </a:cubicBezTo>
                <a:close/>
              </a:path>
              <a:path w="1554480" h="18288" stroke="0" extrusionOk="0">
                <a:moveTo>
                  <a:pt x="0" y="0"/>
                </a:moveTo>
                <a:cubicBezTo>
                  <a:pt x="249941" y="-58"/>
                  <a:pt x="367334" y="23448"/>
                  <a:pt x="502615" y="0"/>
                </a:cubicBezTo>
                <a:cubicBezTo>
                  <a:pt x="637897" y="-23448"/>
                  <a:pt x="813653" y="-20418"/>
                  <a:pt x="974141" y="0"/>
                </a:cubicBezTo>
                <a:cubicBezTo>
                  <a:pt x="1134629" y="20418"/>
                  <a:pt x="1268772" y="6288"/>
                  <a:pt x="1554480" y="0"/>
                </a:cubicBezTo>
                <a:cubicBezTo>
                  <a:pt x="1554917" y="7222"/>
                  <a:pt x="1555359" y="13299"/>
                  <a:pt x="1554480" y="18288"/>
                </a:cubicBezTo>
                <a:cubicBezTo>
                  <a:pt x="1336087" y="12172"/>
                  <a:pt x="1310024" y="19759"/>
                  <a:pt x="1067410" y="18288"/>
                </a:cubicBezTo>
                <a:cubicBezTo>
                  <a:pt x="824796" y="16818"/>
                  <a:pt x="787902" y="34647"/>
                  <a:pt x="518160" y="18288"/>
                </a:cubicBezTo>
                <a:cubicBezTo>
                  <a:pt x="248418" y="1930"/>
                  <a:pt x="133160" y="9205"/>
                  <a:pt x="0" y="18288"/>
                </a:cubicBezTo>
                <a:cubicBezTo>
                  <a:pt x="-643" y="9451"/>
                  <a:pt x="-340" y="7114"/>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ontent Placeholder 8">
            <a:extLst>
              <a:ext uri="{FF2B5EF4-FFF2-40B4-BE49-F238E27FC236}">
                <a16:creationId xmlns:a16="http://schemas.microsoft.com/office/drawing/2014/main" id="{70F488F2-F039-4C30-60D2-D00235A54F19}"/>
              </a:ext>
            </a:extLst>
          </p:cNvPr>
          <p:cNvSpPr>
            <a:spLocks noGrp="1"/>
          </p:cNvSpPr>
          <p:nvPr>
            <p:ph idx="1"/>
          </p:nvPr>
        </p:nvSpPr>
        <p:spPr>
          <a:xfrm>
            <a:off x="4654295" y="502920"/>
            <a:ext cx="6894576" cy="1463040"/>
          </a:xfrm>
        </p:spPr>
        <p:txBody>
          <a:bodyPr anchor="ctr">
            <a:normAutofit/>
          </a:bodyPr>
          <a:lstStyle/>
          <a:p>
            <a:r>
              <a:rPr lang="en-US" sz="2200" dirty="0"/>
              <a:t>This allows management to check specific routes to check is their any routes get any bad reviews from the passengers so the admins can fix it</a:t>
            </a:r>
          </a:p>
        </p:txBody>
      </p:sp>
      <p:pic>
        <p:nvPicPr>
          <p:cNvPr id="5" name="Content Placeholder 4">
            <a:extLst>
              <a:ext uri="{FF2B5EF4-FFF2-40B4-BE49-F238E27FC236}">
                <a16:creationId xmlns:a16="http://schemas.microsoft.com/office/drawing/2014/main" id="{A83D4375-E513-77F9-36F7-48D6BF7FA0D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0936" y="3274350"/>
            <a:ext cx="10917936" cy="1992523"/>
          </a:xfrm>
          <a:prstGeom prst="rect">
            <a:avLst/>
          </a:prstGeom>
        </p:spPr>
      </p:pic>
    </p:spTree>
    <p:extLst>
      <p:ext uri="{BB962C8B-B14F-4D97-AF65-F5344CB8AC3E}">
        <p14:creationId xmlns:p14="http://schemas.microsoft.com/office/powerpoint/2010/main" val="77822316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A8908DB7-C3A6-4FCB-9820-CEE02B398C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C7D75C1-09B0-1265-F68B-3325312C01A1}"/>
              </a:ext>
            </a:extLst>
          </p:cNvPr>
          <p:cNvSpPr>
            <a:spLocks noGrp="1"/>
          </p:cNvSpPr>
          <p:nvPr>
            <p:ph type="title"/>
          </p:nvPr>
        </p:nvSpPr>
        <p:spPr>
          <a:xfrm>
            <a:off x="630936" y="640823"/>
            <a:ext cx="3419856" cy="5583148"/>
          </a:xfrm>
        </p:spPr>
        <p:txBody>
          <a:bodyPr anchor="ctr">
            <a:normAutofit/>
          </a:bodyPr>
          <a:lstStyle/>
          <a:p>
            <a:r>
              <a:rPr lang="en-US" sz="3000"/>
              <a:t>This helps to read thousands of comments instantly  without manually reading it all and this this helps management team to get a clear idea about the business showing their best drivers and which vehicles perform best </a:t>
            </a:r>
          </a:p>
        </p:txBody>
      </p:sp>
      <p:sp>
        <p:nvSpPr>
          <p:cNvPr id="14" name="sketch line">
            <a:extLst>
              <a:ext uri="{FF2B5EF4-FFF2-40B4-BE49-F238E27FC236}">
                <a16:creationId xmlns:a16="http://schemas.microsoft.com/office/drawing/2014/main" id="{535742DD-1B16-4E9D-B715-0D74B4574A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267200" y="630936"/>
            <a:ext cx="18288" cy="5590381"/>
          </a:xfrm>
          <a:custGeom>
            <a:avLst/>
            <a:gdLst>
              <a:gd name="csX0" fmla="*/ 0 w 18288"/>
              <a:gd name="csY0" fmla="*/ 0 h 5590381"/>
              <a:gd name="csX1" fmla="*/ 18288 w 18288"/>
              <a:gd name="csY1" fmla="*/ 0 h 5590381"/>
              <a:gd name="csX2" fmla="*/ 18288 w 18288"/>
              <a:gd name="csY2" fmla="*/ 754701 h 5590381"/>
              <a:gd name="csX3" fmla="*/ 18288 w 18288"/>
              <a:gd name="csY3" fmla="*/ 1565307 h 5590381"/>
              <a:gd name="csX4" fmla="*/ 18288 w 18288"/>
              <a:gd name="csY4" fmla="*/ 2152297 h 5590381"/>
              <a:gd name="csX5" fmla="*/ 18288 w 18288"/>
              <a:gd name="csY5" fmla="*/ 2906998 h 5590381"/>
              <a:gd name="csX6" fmla="*/ 18288 w 18288"/>
              <a:gd name="csY6" fmla="*/ 3549892 h 5590381"/>
              <a:gd name="csX7" fmla="*/ 18288 w 18288"/>
              <a:gd name="csY7" fmla="*/ 4080978 h 5590381"/>
              <a:gd name="csX8" fmla="*/ 18288 w 18288"/>
              <a:gd name="csY8" fmla="*/ 4835680 h 5590381"/>
              <a:gd name="csX9" fmla="*/ 18288 w 18288"/>
              <a:gd name="csY9" fmla="*/ 5590381 h 5590381"/>
              <a:gd name="csX10" fmla="*/ 0 w 18288"/>
              <a:gd name="csY10" fmla="*/ 5590381 h 5590381"/>
              <a:gd name="csX11" fmla="*/ 0 w 18288"/>
              <a:gd name="csY11" fmla="*/ 4835680 h 5590381"/>
              <a:gd name="csX12" fmla="*/ 0 w 18288"/>
              <a:gd name="csY12" fmla="*/ 4304593 h 5590381"/>
              <a:gd name="csX13" fmla="*/ 0 w 18288"/>
              <a:gd name="csY13" fmla="*/ 3773507 h 5590381"/>
              <a:gd name="csX14" fmla="*/ 0 w 18288"/>
              <a:gd name="csY14" fmla="*/ 3186517 h 5590381"/>
              <a:gd name="csX15" fmla="*/ 0 w 18288"/>
              <a:gd name="csY15" fmla="*/ 2487720 h 5590381"/>
              <a:gd name="csX16" fmla="*/ 0 w 18288"/>
              <a:gd name="csY16" fmla="*/ 1956633 h 5590381"/>
              <a:gd name="csX17" fmla="*/ 0 w 18288"/>
              <a:gd name="csY17" fmla="*/ 1425547 h 5590381"/>
              <a:gd name="csX18" fmla="*/ 0 w 18288"/>
              <a:gd name="csY18" fmla="*/ 614942 h 5590381"/>
              <a:gd name="csX19" fmla="*/ 0 w 18288"/>
              <a:gd name="csY19" fmla="*/ 0 h 55903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18288" h="5590381" fill="none" extrusionOk="0">
                <a:moveTo>
                  <a:pt x="0" y="0"/>
                </a:moveTo>
                <a:cubicBezTo>
                  <a:pt x="7726" y="-435"/>
                  <a:pt x="14198" y="437"/>
                  <a:pt x="18288" y="0"/>
                </a:cubicBezTo>
                <a:cubicBezTo>
                  <a:pt x="-5226" y="225076"/>
                  <a:pt x="46275" y="562283"/>
                  <a:pt x="18288" y="754701"/>
                </a:cubicBezTo>
                <a:cubicBezTo>
                  <a:pt x="-9699" y="947119"/>
                  <a:pt x="30081" y="1239251"/>
                  <a:pt x="18288" y="1565307"/>
                </a:cubicBezTo>
                <a:cubicBezTo>
                  <a:pt x="6495" y="1891363"/>
                  <a:pt x="7160" y="1999140"/>
                  <a:pt x="18288" y="2152297"/>
                </a:cubicBezTo>
                <a:cubicBezTo>
                  <a:pt x="29417" y="2305454"/>
                  <a:pt x="28705" y="2598333"/>
                  <a:pt x="18288" y="2906998"/>
                </a:cubicBezTo>
                <a:cubicBezTo>
                  <a:pt x="7871" y="3215663"/>
                  <a:pt x="35263" y="3327412"/>
                  <a:pt x="18288" y="3549892"/>
                </a:cubicBezTo>
                <a:cubicBezTo>
                  <a:pt x="1313" y="3772372"/>
                  <a:pt x="38561" y="3843836"/>
                  <a:pt x="18288" y="4080978"/>
                </a:cubicBezTo>
                <a:cubicBezTo>
                  <a:pt x="-1985" y="4318120"/>
                  <a:pt x="-3806" y="4511166"/>
                  <a:pt x="18288" y="4835680"/>
                </a:cubicBezTo>
                <a:cubicBezTo>
                  <a:pt x="40382" y="5160194"/>
                  <a:pt x="-13070" y="5401748"/>
                  <a:pt x="18288" y="5590381"/>
                </a:cubicBezTo>
                <a:cubicBezTo>
                  <a:pt x="12010" y="5589863"/>
                  <a:pt x="6799" y="5589982"/>
                  <a:pt x="0" y="5590381"/>
                </a:cubicBezTo>
                <a:cubicBezTo>
                  <a:pt x="-6480" y="5250523"/>
                  <a:pt x="-32148" y="5052531"/>
                  <a:pt x="0" y="4835680"/>
                </a:cubicBezTo>
                <a:cubicBezTo>
                  <a:pt x="32148" y="4618829"/>
                  <a:pt x="5352" y="4496374"/>
                  <a:pt x="0" y="4304593"/>
                </a:cubicBezTo>
                <a:cubicBezTo>
                  <a:pt x="-5352" y="4112812"/>
                  <a:pt x="9645" y="3919423"/>
                  <a:pt x="0" y="3773507"/>
                </a:cubicBezTo>
                <a:cubicBezTo>
                  <a:pt x="-9645" y="3627591"/>
                  <a:pt x="-10654" y="3330687"/>
                  <a:pt x="0" y="3186517"/>
                </a:cubicBezTo>
                <a:cubicBezTo>
                  <a:pt x="10654" y="3042347"/>
                  <a:pt x="18181" y="2635923"/>
                  <a:pt x="0" y="2487720"/>
                </a:cubicBezTo>
                <a:cubicBezTo>
                  <a:pt x="-18181" y="2339517"/>
                  <a:pt x="-7947" y="2113537"/>
                  <a:pt x="0" y="1956633"/>
                </a:cubicBezTo>
                <a:cubicBezTo>
                  <a:pt x="7947" y="1799729"/>
                  <a:pt x="-15145" y="1657735"/>
                  <a:pt x="0" y="1425547"/>
                </a:cubicBezTo>
                <a:cubicBezTo>
                  <a:pt x="15145" y="1193359"/>
                  <a:pt x="-23832" y="948054"/>
                  <a:pt x="0" y="614942"/>
                </a:cubicBezTo>
                <a:cubicBezTo>
                  <a:pt x="23832" y="281831"/>
                  <a:pt x="2816" y="129878"/>
                  <a:pt x="0" y="0"/>
                </a:cubicBezTo>
                <a:close/>
              </a:path>
              <a:path w="18288" h="5590381" stroke="0" extrusionOk="0">
                <a:moveTo>
                  <a:pt x="0" y="0"/>
                </a:moveTo>
                <a:cubicBezTo>
                  <a:pt x="5871" y="848"/>
                  <a:pt x="11713" y="-200"/>
                  <a:pt x="18288" y="0"/>
                </a:cubicBezTo>
                <a:cubicBezTo>
                  <a:pt x="41141" y="165299"/>
                  <a:pt x="3613" y="427555"/>
                  <a:pt x="18288" y="698798"/>
                </a:cubicBezTo>
                <a:cubicBezTo>
                  <a:pt x="32963" y="970041"/>
                  <a:pt x="19680" y="1226199"/>
                  <a:pt x="18288" y="1397595"/>
                </a:cubicBezTo>
                <a:cubicBezTo>
                  <a:pt x="16896" y="1568991"/>
                  <a:pt x="38798" y="1794517"/>
                  <a:pt x="18288" y="2152297"/>
                </a:cubicBezTo>
                <a:cubicBezTo>
                  <a:pt x="-2222" y="2510077"/>
                  <a:pt x="40846" y="2594424"/>
                  <a:pt x="18288" y="2739287"/>
                </a:cubicBezTo>
                <a:cubicBezTo>
                  <a:pt x="-4270" y="2884150"/>
                  <a:pt x="27117" y="3129706"/>
                  <a:pt x="18288" y="3493988"/>
                </a:cubicBezTo>
                <a:cubicBezTo>
                  <a:pt x="9459" y="3858270"/>
                  <a:pt x="54201" y="4041447"/>
                  <a:pt x="18288" y="4304593"/>
                </a:cubicBezTo>
                <a:cubicBezTo>
                  <a:pt x="-17625" y="4567740"/>
                  <a:pt x="49627" y="5149125"/>
                  <a:pt x="18288" y="5590381"/>
                </a:cubicBezTo>
                <a:cubicBezTo>
                  <a:pt x="10860" y="5590744"/>
                  <a:pt x="7568" y="5590157"/>
                  <a:pt x="0" y="5590381"/>
                </a:cubicBezTo>
                <a:cubicBezTo>
                  <a:pt x="36767" y="5266821"/>
                  <a:pt x="-16223" y="5116146"/>
                  <a:pt x="0" y="4835680"/>
                </a:cubicBezTo>
                <a:cubicBezTo>
                  <a:pt x="16223" y="4555214"/>
                  <a:pt x="-16316" y="4356490"/>
                  <a:pt x="0" y="4136882"/>
                </a:cubicBezTo>
                <a:cubicBezTo>
                  <a:pt x="16316" y="3917274"/>
                  <a:pt x="8005" y="3773465"/>
                  <a:pt x="0" y="3549892"/>
                </a:cubicBezTo>
                <a:cubicBezTo>
                  <a:pt x="-8005" y="3326319"/>
                  <a:pt x="27623" y="3052456"/>
                  <a:pt x="0" y="2851094"/>
                </a:cubicBezTo>
                <a:cubicBezTo>
                  <a:pt x="-27623" y="2649732"/>
                  <a:pt x="5614" y="2455815"/>
                  <a:pt x="0" y="2264104"/>
                </a:cubicBezTo>
                <a:cubicBezTo>
                  <a:pt x="-5614" y="2072393"/>
                  <a:pt x="22598" y="1990723"/>
                  <a:pt x="0" y="1733018"/>
                </a:cubicBezTo>
                <a:cubicBezTo>
                  <a:pt x="-22598" y="1475313"/>
                  <a:pt x="-6965" y="1369123"/>
                  <a:pt x="0" y="1090124"/>
                </a:cubicBezTo>
                <a:cubicBezTo>
                  <a:pt x="6965" y="811125"/>
                  <a:pt x="-19273" y="507044"/>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3114097614">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a:extLst>
              <a:ext uri="{FF2B5EF4-FFF2-40B4-BE49-F238E27FC236}">
                <a16:creationId xmlns:a16="http://schemas.microsoft.com/office/drawing/2014/main" id="{0695C4AC-2016-FAB3-CDAE-DCB8A7B91F4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54296" y="1484620"/>
            <a:ext cx="6894576" cy="2206263"/>
          </a:xfrm>
          <a:prstGeom prst="rect">
            <a:avLst/>
          </a:prstGeom>
        </p:spPr>
      </p:pic>
    </p:spTree>
    <p:extLst>
      <p:ext uri="{BB962C8B-B14F-4D97-AF65-F5344CB8AC3E}">
        <p14:creationId xmlns:p14="http://schemas.microsoft.com/office/powerpoint/2010/main" val="289774554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77A147A-9ED8-46B4-8660-1B3C2AA880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ED527E3-7E37-41C0-ABBA-B70A1A2D8660}"/>
              </a:ext>
            </a:extLst>
          </p:cNvPr>
          <p:cNvSpPr>
            <a:spLocks noGrp="1"/>
          </p:cNvSpPr>
          <p:nvPr>
            <p:ph type="title"/>
          </p:nvPr>
        </p:nvSpPr>
        <p:spPr>
          <a:xfrm>
            <a:off x="841248" y="548640"/>
            <a:ext cx="3600860" cy="5431536"/>
          </a:xfrm>
        </p:spPr>
        <p:txBody>
          <a:bodyPr>
            <a:normAutofit/>
          </a:bodyPr>
          <a:lstStyle/>
          <a:p>
            <a:r>
              <a:rPr lang="en-US" sz="5400" dirty="0"/>
              <a:t>Integration </a:t>
            </a:r>
          </a:p>
        </p:txBody>
      </p:sp>
      <p:sp>
        <p:nvSpPr>
          <p:cNvPr id="10" name="sketch line">
            <a:extLst>
              <a:ext uri="{FF2B5EF4-FFF2-40B4-BE49-F238E27FC236}">
                <a16:creationId xmlns:a16="http://schemas.microsoft.com/office/drawing/2014/main" id="{5D6C15A0-C087-4593-8414-2B4EC1CDC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43983" y="3258715"/>
            <a:ext cx="4480560" cy="18288"/>
          </a:xfrm>
          <a:custGeom>
            <a:avLst/>
            <a:gdLst>
              <a:gd name="csX0" fmla="*/ 0 w 4480560"/>
              <a:gd name="csY0" fmla="*/ 0 h 18288"/>
              <a:gd name="csX1" fmla="*/ 595274 w 4480560"/>
              <a:gd name="csY1" fmla="*/ 0 h 18288"/>
              <a:gd name="csX2" fmla="*/ 1100938 w 4480560"/>
              <a:gd name="csY2" fmla="*/ 0 h 18288"/>
              <a:gd name="csX3" fmla="*/ 1651406 w 4480560"/>
              <a:gd name="csY3" fmla="*/ 0 h 18288"/>
              <a:gd name="csX4" fmla="*/ 2336292 w 4480560"/>
              <a:gd name="csY4" fmla="*/ 0 h 18288"/>
              <a:gd name="csX5" fmla="*/ 2931566 w 4480560"/>
              <a:gd name="csY5" fmla="*/ 0 h 18288"/>
              <a:gd name="csX6" fmla="*/ 3482035 w 4480560"/>
              <a:gd name="csY6" fmla="*/ 0 h 18288"/>
              <a:gd name="csX7" fmla="*/ 4480560 w 4480560"/>
              <a:gd name="csY7" fmla="*/ 0 h 18288"/>
              <a:gd name="csX8" fmla="*/ 4480560 w 4480560"/>
              <a:gd name="csY8" fmla="*/ 18288 h 18288"/>
              <a:gd name="csX9" fmla="*/ 3840480 w 4480560"/>
              <a:gd name="csY9" fmla="*/ 18288 h 18288"/>
              <a:gd name="csX10" fmla="*/ 3290011 w 4480560"/>
              <a:gd name="csY10" fmla="*/ 18288 h 18288"/>
              <a:gd name="csX11" fmla="*/ 2560320 w 4480560"/>
              <a:gd name="csY11" fmla="*/ 18288 h 18288"/>
              <a:gd name="csX12" fmla="*/ 1965046 w 4480560"/>
              <a:gd name="csY12" fmla="*/ 18288 h 18288"/>
              <a:gd name="csX13" fmla="*/ 1459382 w 4480560"/>
              <a:gd name="csY13" fmla="*/ 18288 h 18288"/>
              <a:gd name="csX14" fmla="*/ 774497 w 4480560"/>
              <a:gd name="csY14" fmla="*/ 18288 h 18288"/>
              <a:gd name="csX15" fmla="*/ 0 w 4480560"/>
              <a:gd name="csY15" fmla="*/ 18288 h 18288"/>
              <a:gd name="csX16" fmla="*/ 0 w 448056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480560" h="18288" fill="none" extrusionOk="0">
                <a:moveTo>
                  <a:pt x="0" y="0"/>
                </a:moveTo>
                <a:cubicBezTo>
                  <a:pt x="267821" y="8731"/>
                  <a:pt x="334105" y="2629"/>
                  <a:pt x="595274" y="0"/>
                </a:cubicBezTo>
                <a:cubicBezTo>
                  <a:pt x="856443" y="-2629"/>
                  <a:pt x="863808" y="-13353"/>
                  <a:pt x="1100938" y="0"/>
                </a:cubicBezTo>
                <a:cubicBezTo>
                  <a:pt x="1338068" y="13353"/>
                  <a:pt x="1431663" y="-25862"/>
                  <a:pt x="1651406" y="0"/>
                </a:cubicBezTo>
                <a:cubicBezTo>
                  <a:pt x="1871149" y="25862"/>
                  <a:pt x="2173163" y="23827"/>
                  <a:pt x="2336292" y="0"/>
                </a:cubicBezTo>
                <a:cubicBezTo>
                  <a:pt x="2499421" y="-23827"/>
                  <a:pt x="2720589" y="28148"/>
                  <a:pt x="2931566" y="0"/>
                </a:cubicBezTo>
                <a:cubicBezTo>
                  <a:pt x="3142543" y="-28148"/>
                  <a:pt x="3323630" y="27022"/>
                  <a:pt x="3482035" y="0"/>
                </a:cubicBezTo>
                <a:cubicBezTo>
                  <a:pt x="3640440" y="-27022"/>
                  <a:pt x="4012110" y="-20118"/>
                  <a:pt x="4480560" y="0"/>
                </a:cubicBezTo>
                <a:cubicBezTo>
                  <a:pt x="4480958" y="7429"/>
                  <a:pt x="4480540" y="10822"/>
                  <a:pt x="4480560" y="18288"/>
                </a:cubicBezTo>
                <a:cubicBezTo>
                  <a:pt x="4314132" y="14924"/>
                  <a:pt x="4028383" y="36632"/>
                  <a:pt x="3840480" y="18288"/>
                </a:cubicBezTo>
                <a:cubicBezTo>
                  <a:pt x="3652577" y="-56"/>
                  <a:pt x="3547615" y="2848"/>
                  <a:pt x="3290011" y="18288"/>
                </a:cubicBezTo>
                <a:cubicBezTo>
                  <a:pt x="3032407" y="33728"/>
                  <a:pt x="2830268" y="8719"/>
                  <a:pt x="2560320" y="18288"/>
                </a:cubicBezTo>
                <a:cubicBezTo>
                  <a:pt x="2290372" y="27857"/>
                  <a:pt x="2147422" y="6728"/>
                  <a:pt x="1965046" y="18288"/>
                </a:cubicBezTo>
                <a:cubicBezTo>
                  <a:pt x="1782670" y="29848"/>
                  <a:pt x="1689791" y="40680"/>
                  <a:pt x="1459382" y="18288"/>
                </a:cubicBezTo>
                <a:cubicBezTo>
                  <a:pt x="1228973" y="-4104"/>
                  <a:pt x="915486" y="36501"/>
                  <a:pt x="774497" y="18288"/>
                </a:cubicBezTo>
                <a:cubicBezTo>
                  <a:pt x="633508" y="75"/>
                  <a:pt x="361442" y="-11107"/>
                  <a:pt x="0" y="18288"/>
                </a:cubicBezTo>
                <a:cubicBezTo>
                  <a:pt x="-591" y="13205"/>
                  <a:pt x="-663" y="6329"/>
                  <a:pt x="0" y="0"/>
                </a:cubicBezTo>
                <a:close/>
              </a:path>
              <a:path w="4480560" h="18288" stroke="0" extrusionOk="0">
                <a:moveTo>
                  <a:pt x="0" y="0"/>
                </a:moveTo>
                <a:cubicBezTo>
                  <a:pt x="285465" y="225"/>
                  <a:pt x="322691" y="16223"/>
                  <a:pt x="595274" y="0"/>
                </a:cubicBezTo>
                <a:cubicBezTo>
                  <a:pt x="867857" y="-16223"/>
                  <a:pt x="989129" y="-11242"/>
                  <a:pt x="1100938" y="0"/>
                </a:cubicBezTo>
                <a:cubicBezTo>
                  <a:pt x="1212747" y="11242"/>
                  <a:pt x="1574350" y="-36410"/>
                  <a:pt x="1830629" y="0"/>
                </a:cubicBezTo>
                <a:cubicBezTo>
                  <a:pt x="2086908" y="36410"/>
                  <a:pt x="2180922" y="4645"/>
                  <a:pt x="2425903" y="0"/>
                </a:cubicBezTo>
                <a:cubicBezTo>
                  <a:pt x="2670884" y="-4645"/>
                  <a:pt x="2782024" y="22929"/>
                  <a:pt x="3021178" y="0"/>
                </a:cubicBezTo>
                <a:cubicBezTo>
                  <a:pt x="3260332" y="-22929"/>
                  <a:pt x="3456982" y="-1586"/>
                  <a:pt x="3750869" y="0"/>
                </a:cubicBezTo>
                <a:cubicBezTo>
                  <a:pt x="4044756" y="1586"/>
                  <a:pt x="4302726" y="17043"/>
                  <a:pt x="4480560" y="0"/>
                </a:cubicBezTo>
                <a:cubicBezTo>
                  <a:pt x="4479674" y="5429"/>
                  <a:pt x="4481381" y="14046"/>
                  <a:pt x="4480560" y="18288"/>
                </a:cubicBezTo>
                <a:cubicBezTo>
                  <a:pt x="4279652" y="-6850"/>
                  <a:pt x="4200762" y="41566"/>
                  <a:pt x="3930091" y="18288"/>
                </a:cubicBezTo>
                <a:cubicBezTo>
                  <a:pt x="3659420" y="-4990"/>
                  <a:pt x="3456052" y="22294"/>
                  <a:pt x="3290011" y="18288"/>
                </a:cubicBezTo>
                <a:cubicBezTo>
                  <a:pt x="3123970" y="14282"/>
                  <a:pt x="2882392" y="32818"/>
                  <a:pt x="2649931" y="18288"/>
                </a:cubicBezTo>
                <a:cubicBezTo>
                  <a:pt x="2417470" y="3758"/>
                  <a:pt x="2238426" y="7337"/>
                  <a:pt x="2054657" y="18288"/>
                </a:cubicBezTo>
                <a:cubicBezTo>
                  <a:pt x="1870888" y="29239"/>
                  <a:pt x="1566368" y="45040"/>
                  <a:pt x="1324966" y="18288"/>
                </a:cubicBezTo>
                <a:cubicBezTo>
                  <a:pt x="1083564" y="-8464"/>
                  <a:pt x="787410" y="10946"/>
                  <a:pt x="595274" y="18288"/>
                </a:cubicBezTo>
                <a:cubicBezTo>
                  <a:pt x="403138" y="25630"/>
                  <a:pt x="169622" y="10499"/>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F6F7D50B-BDCF-E5E5-FFD2-95985843A7F4}"/>
              </a:ext>
            </a:extLst>
          </p:cNvPr>
          <p:cNvSpPr>
            <a:spLocks noGrp="1"/>
          </p:cNvSpPr>
          <p:nvPr>
            <p:ph idx="1"/>
          </p:nvPr>
        </p:nvSpPr>
        <p:spPr>
          <a:xfrm>
            <a:off x="5126418" y="552091"/>
            <a:ext cx="6224335" cy="5431536"/>
          </a:xfrm>
        </p:spPr>
        <p:txBody>
          <a:bodyPr anchor="ctr">
            <a:normAutofit/>
          </a:bodyPr>
          <a:lstStyle/>
          <a:p>
            <a:r>
              <a:rPr lang="en-US" sz="2200" dirty="0"/>
              <a:t>To get the all system together the MongoDB records shared identifiers that match with primary keys. Then using frontend application to pull trip information from oracle database and stich this to MongoDB providing optimized experienced to the users.</a:t>
            </a:r>
          </a:p>
        </p:txBody>
      </p:sp>
    </p:spTree>
    <p:extLst>
      <p:ext uri="{BB962C8B-B14F-4D97-AF65-F5344CB8AC3E}">
        <p14:creationId xmlns:p14="http://schemas.microsoft.com/office/powerpoint/2010/main" val="330831398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3B021B3-DE93-4AB7-8A18-CF5F1CED88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wrap="square"/>
          <a:lstStyle/>
          <a:p>
            <a:pPr algn="ctr">
              <a:defRPr b="1" sz="1800">
                <a:solidFill>
                  <a:srgbClr val="0F172A"/>
                </a:solidFill>
              </a:defRPr>
            </a:pPr>
            <a:r>
              <a:t>Key Project Milestones &amp; Technical Achievements</a:t>
            </a:r>
            <a:endParaRPr lang="en-US"/>
          </a:p>
          <a:p>
            <a:pPr>
              <a:defRPr sz="1300">
                <a:solidFill>
                  <a:srgbClr val="334155"/>
                </a:solidFill>
              </a:defRPr>
            </a:pPr>
            <a:r>
              <a:t>✔ Complete microservice architecture with 12 services + Eureka + Spring Cloud Gateway.</a:t>
            </a:r>
          </a:p>
          <a:p>
            <a:pPr>
              <a:defRPr sz="1300">
                <a:solidFill>
                  <a:srgbClr val="334155"/>
                </a:solidFill>
              </a:defRPr>
            </a:pPr>
            <a:r>
              <a:t>✔ Oracle 21c Database with strict 3NF relational integrity and automated seat-trigger locking.</a:t>
            </a:r>
          </a:p>
          <a:p>
            <a:pPr>
              <a:defRPr sz="1300">
                <a:solidFill>
                  <a:srgbClr val="334155"/>
                </a:solidFill>
              </a:defRPr>
            </a:pPr>
            <a:r>
              <a:t>✔ MongoDB Atlas integration for unstructured reviews, documents, and real-time broadcasts.</a:t>
            </a:r>
          </a:p>
          <a:p>
            <a:pPr>
              <a:defRPr sz="1300">
                <a:solidFill>
                  <a:srgbClr val="334155"/>
                </a:solidFill>
              </a:defRPr>
            </a:pPr>
            <a:r>
              <a:t>✔ 5 Executive Business Intelligence reports with automated PDF exports.</a:t>
            </a:r>
          </a:p>
          <a:p>
            <a:pPr>
              <a:defRPr sz="1300">
                <a:solidFill>
                  <a:srgbClr val="334155"/>
                </a:solidFill>
              </a:defRPr>
            </a:pPr>
            <a:r>
              <a:t>✔ Modern React 19 + TypeScript single-page application with real-time background sync.</a:t>
            </a:r>
          </a:p>
          <a:p>
            <a:pPr>
              <a:defRPr sz="1300">
                <a:solidFill>
                  <a:srgbClr val="334155"/>
                </a:solidFill>
              </a:defRPr>
            </a:pPr>
            <a:r>
              <a:t>✔ Robust enterprise disaster recovery with Oracle Data Pump automated logical backups.</a:t>
            </a:r>
          </a:p>
        </p:txBody>
      </p:sp>
      <p:sp>
        <p:nvSpPr>
          <p:cNvPr id="2" name="Title 1">
            <a:extLst>
              <a:ext uri="{FF2B5EF4-FFF2-40B4-BE49-F238E27FC236}">
                <a16:creationId xmlns:a16="http://schemas.microsoft.com/office/drawing/2014/main" id="{4F5A1BE2-F1EC-1016-EEC9-E8271B9EF456}"/>
              </a:ext>
            </a:extLst>
          </p:cNvPr>
          <p:cNvSpPr>
            <a:spLocks noGrp="1"/>
          </p:cNvSpPr>
          <p:nvPr>
            <p:ph type="title"/>
          </p:nvPr>
        </p:nvSpPr>
        <p:spPr>
          <a:xfrm>
            <a:off x="841248" y="256032"/>
            <a:ext cx="10506456" cy="1014984"/>
          </a:xfrm>
        </p:spPr>
        <p:txBody>
          <a:bodyPr anchor="b">
            <a:normAutofit/>
          </a:bodyPr>
          <a:lstStyle/>
          <a:p>
            <a:r>
              <a:rPr lang="en-US" dirty="0"/>
              <a:t>Conclusion</a:t>
            </a:r>
          </a:p>
        </p:txBody>
      </p:sp>
      <p:sp>
        <p:nvSpPr>
          <p:cNvPr id="11" name="Rectangle 10">
            <a:extLst>
              <a:ext uri="{FF2B5EF4-FFF2-40B4-BE49-F238E27FC236}">
                <a16:creationId xmlns:a16="http://schemas.microsoft.com/office/drawing/2014/main" id="{52D502E5-F6B4-4D58-B4AE-FC466FF15E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65953" y="1634502"/>
            <a:ext cx="10451592"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3" name="Rectangle 12">
            <a:extLst>
              <a:ext uri="{FF2B5EF4-FFF2-40B4-BE49-F238E27FC236}">
                <a16:creationId xmlns:a16="http://schemas.microsoft.com/office/drawing/2014/main" id="{9DECDBF4-02B6-4BB4-B65B-B8107AD6A9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841248" y="1538176"/>
            <a:ext cx="1873457" cy="10981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graphicFrame>
        <p:nvGraphicFramePr>
          <p:cNvPr id="5" name="Content Placeholder 2">
            <a:extLst>
              <a:ext uri="{FF2B5EF4-FFF2-40B4-BE49-F238E27FC236}">
                <a16:creationId xmlns:a16="http://schemas.microsoft.com/office/drawing/2014/main" id="{CFE2A896-0FE8-456E-CCED-1D454737D982}"/>
              </a:ext>
            </a:extLst>
          </p:cNvPr>
          <p:cNvGraphicFramePr>
            <a:graphicFrameLocks noGrp="1"/>
          </p:cNvGraphicFramePr>
          <p:nvPr>
            <p:ph idx="1"/>
            <p:extLst>
              <p:ext uri="{D42A27DB-BD31-4B8C-83A1-F6EECF244321}">
                <p14:modId xmlns:p14="http://schemas.microsoft.com/office/powerpoint/2010/main" val="3406769164"/>
              </p:ext>
            </p:extLst>
          </p:nvPr>
        </p:nvGraphicFramePr>
        <p:xfrm>
          <a:off x="838200" y="1926266"/>
          <a:ext cx="10515600" cy="435752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74509075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F12E7CC5-C78B-4EBD-9565-3FA00FAA6C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Graphic 5" descr="Smiling Face with No Fill">
            <a:extLst>
              <a:ext uri="{FF2B5EF4-FFF2-40B4-BE49-F238E27FC236}">
                <a16:creationId xmlns:a16="http://schemas.microsoft.com/office/drawing/2014/main" id="{C34CCD7F-3517-439A-A306-61E6E929FB0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64988" y="1744515"/>
            <a:ext cx="3368969" cy="3368969"/>
          </a:xfrm>
          <a:prstGeom prst="rect">
            <a:avLst/>
          </a:prstGeom>
        </p:spPr>
      </p:pic>
      <p:sp>
        <p:nvSpPr>
          <p:cNvPr id="23" name="Freeform: Shape 22">
            <a:extLst>
              <a:ext uri="{FF2B5EF4-FFF2-40B4-BE49-F238E27FC236}">
                <a16:creationId xmlns:a16="http://schemas.microsoft.com/office/drawing/2014/main" id="{3A4529A5-F675-429F-8044-01372BB1342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29992" y="0"/>
            <a:ext cx="7562008" cy="6858000"/>
          </a:xfrm>
          <a:custGeom>
            <a:avLst/>
            <a:gdLst>
              <a:gd name="connsiteX0" fmla="*/ 7529613 w 7529613"/>
              <a:gd name="connsiteY0" fmla="*/ 0 h 6858000"/>
              <a:gd name="connsiteX1" fmla="*/ 1222331 w 7529613"/>
              <a:gd name="connsiteY1" fmla="*/ 0 h 6858000"/>
              <a:gd name="connsiteX2" fmla="*/ 1126483 w 7529613"/>
              <a:gd name="connsiteY2" fmla="*/ 148742 h 6858000"/>
              <a:gd name="connsiteX3" fmla="*/ 767554 w 7529613"/>
              <a:gd name="connsiteY3" fmla="*/ 819975 h 6858000"/>
              <a:gd name="connsiteX4" fmla="*/ 742103 w 7529613"/>
              <a:gd name="connsiteY4" fmla="*/ 854514 h 6858000"/>
              <a:gd name="connsiteX5" fmla="*/ 785881 w 7529613"/>
              <a:gd name="connsiteY5" fmla="*/ 750263 h 6858000"/>
              <a:gd name="connsiteX6" fmla="*/ 978978 w 7529613"/>
              <a:gd name="connsiteY6" fmla="*/ 331786 h 6858000"/>
              <a:gd name="connsiteX7" fmla="*/ 1155717 w 7529613"/>
              <a:gd name="connsiteY7" fmla="*/ 0 h 6858000"/>
              <a:gd name="connsiteX8" fmla="*/ 1098249 w 7529613"/>
              <a:gd name="connsiteY8" fmla="*/ 0 h 6858000"/>
              <a:gd name="connsiteX9" fmla="*/ 991458 w 7529613"/>
              <a:gd name="connsiteY9" fmla="*/ 196614 h 6858000"/>
              <a:gd name="connsiteX10" fmla="*/ 493941 w 7529613"/>
              <a:gd name="connsiteY10" fmla="*/ 1371196 h 6858000"/>
              <a:gd name="connsiteX11" fmla="*/ 46485 w 7529613"/>
              <a:gd name="connsiteY11" fmla="*/ 3331516 h 6858000"/>
              <a:gd name="connsiteX12" fmla="*/ 12252 w 7529613"/>
              <a:gd name="connsiteY12" fmla="*/ 4357388 h 6858000"/>
              <a:gd name="connsiteX13" fmla="*/ 170821 w 7529613"/>
              <a:gd name="connsiteY13" fmla="*/ 5552906 h 6858000"/>
              <a:gd name="connsiteX14" fmla="*/ 537265 w 7529613"/>
              <a:gd name="connsiteY14" fmla="*/ 6828295 h 6858000"/>
              <a:gd name="connsiteX15" fmla="*/ 549692 w 7529613"/>
              <a:gd name="connsiteY15" fmla="*/ 6858000 h 6858000"/>
              <a:gd name="connsiteX16" fmla="*/ 602234 w 7529613"/>
              <a:gd name="connsiteY16" fmla="*/ 6858000 h 6858000"/>
              <a:gd name="connsiteX17" fmla="*/ 595414 w 7529613"/>
              <a:gd name="connsiteY17" fmla="*/ 6841549 h 6858000"/>
              <a:gd name="connsiteX18" fmla="*/ 364260 w 7529613"/>
              <a:gd name="connsiteY18" fmla="*/ 6142729 h 6858000"/>
              <a:gd name="connsiteX19" fmla="*/ 213071 w 7529613"/>
              <a:gd name="connsiteY19" fmla="*/ 5513923 h 6858000"/>
              <a:gd name="connsiteX20" fmla="*/ 211290 w 7529613"/>
              <a:gd name="connsiteY20" fmla="*/ 5480401 h 6858000"/>
              <a:gd name="connsiteX21" fmla="*/ 311446 w 7529613"/>
              <a:gd name="connsiteY21" fmla="*/ 5830359 h 6858000"/>
              <a:gd name="connsiteX22" fmla="*/ 622963 w 7529613"/>
              <a:gd name="connsiteY22" fmla="*/ 6670527 h 6858000"/>
              <a:gd name="connsiteX23" fmla="*/ 710464 w 7529613"/>
              <a:gd name="connsiteY23" fmla="*/ 6858000 h 6858000"/>
              <a:gd name="connsiteX24" fmla="*/ 7529613 w 7529613"/>
              <a:gd name="connsiteY24"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7529613" h="6858000">
                <a:moveTo>
                  <a:pt x="7529613" y="0"/>
                </a:moveTo>
                <a:lnTo>
                  <a:pt x="1222331" y="0"/>
                </a:lnTo>
                <a:lnTo>
                  <a:pt x="1126483" y="148742"/>
                </a:lnTo>
                <a:cubicBezTo>
                  <a:pt x="995323" y="365513"/>
                  <a:pt x="876174" y="589569"/>
                  <a:pt x="767554" y="819975"/>
                </a:cubicBezTo>
                <a:cubicBezTo>
                  <a:pt x="762210" y="833492"/>
                  <a:pt x="753441" y="845393"/>
                  <a:pt x="742103" y="854514"/>
                </a:cubicBezTo>
                <a:cubicBezTo>
                  <a:pt x="756737" y="819849"/>
                  <a:pt x="770991" y="784928"/>
                  <a:pt x="785881" y="750263"/>
                </a:cubicBezTo>
                <a:cubicBezTo>
                  <a:pt x="846713" y="608712"/>
                  <a:pt x="910948" y="469145"/>
                  <a:pt x="978978" y="331786"/>
                </a:cubicBezTo>
                <a:lnTo>
                  <a:pt x="1155717" y="0"/>
                </a:lnTo>
                <a:lnTo>
                  <a:pt x="1098249" y="0"/>
                </a:lnTo>
                <a:lnTo>
                  <a:pt x="991458" y="196614"/>
                </a:lnTo>
                <a:cubicBezTo>
                  <a:pt x="797017" y="573253"/>
                  <a:pt x="633548" y="966066"/>
                  <a:pt x="493941" y="1371196"/>
                </a:cubicBezTo>
                <a:cubicBezTo>
                  <a:pt x="276630" y="2007265"/>
                  <a:pt x="126659" y="2664286"/>
                  <a:pt x="46485" y="3331516"/>
                </a:cubicBezTo>
                <a:cubicBezTo>
                  <a:pt x="4488" y="3672965"/>
                  <a:pt x="-14219" y="4013908"/>
                  <a:pt x="12252" y="4357388"/>
                </a:cubicBezTo>
                <a:cubicBezTo>
                  <a:pt x="43558" y="4758899"/>
                  <a:pt x="90773" y="5157998"/>
                  <a:pt x="170821" y="5552906"/>
                </a:cubicBezTo>
                <a:cubicBezTo>
                  <a:pt x="259109" y="5988893"/>
                  <a:pt x="378967" y="6414594"/>
                  <a:pt x="537265" y="6828295"/>
                </a:cubicBezTo>
                <a:lnTo>
                  <a:pt x="549692" y="6858000"/>
                </a:lnTo>
                <a:lnTo>
                  <a:pt x="602234" y="6858000"/>
                </a:lnTo>
                <a:lnTo>
                  <a:pt x="595414" y="6841549"/>
                </a:lnTo>
                <a:cubicBezTo>
                  <a:pt x="507884" y="6614016"/>
                  <a:pt x="431296" y="6380817"/>
                  <a:pt x="364260" y="6142729"/>
                </a:cubicBezTo>
                <a:cubicBezTo>
                  <a:pt x="305974" y="5935370"/>
                  <a:pt x="262958" y="5723695"/>
                  <a:pt x="213071" y="5513923"/>
                </a:cubicBezTo>
                <a:cubicBezTo>
                  <a:pt x="211892" y="5502788"/>
                  <a:pt x="211299" y="5491601"/>
                  <a:pt x="211290" y="5480401"/>
                </a:cubicBezTo>
                <a:cubicBezTo>
                  <a:pt x="247814" y="5607635"/>
                  <a:pt x="276958" y="5719759"/>
                  <a:pt x="311446" y="5830359"/>
                </a:cubicBezTo>
                <a:cubicBezTo>
                  <a:pt x="401357" y="6118381"/>
                  <a:pt x="505060" y="6398531"/>
                  <a:pt x="622963" y="6670527"/>
                </a:cubicBezTo>
                <a:lnTo>
                  <a:pt x="710464" y="6858000"/>
                </a:lnTo>
                <a:lnTo>
                  <a:pt x="7529613" y="6858000"/>
                </a:lnTo>
                <a:close/>
              </a:path>
            </a:pathLst>
          </a:custGeom>
          <a:solidFill>
            <a:schemeClr val="accent2"/>
          </a:solidFill>
          <a:ln w="6857" cap="flat">
            <a:noFill/>
            <a:prstDash val="solid"/>
            <a:miter/>
          </a:ln>
        </p:spPr>
        <p:txBody>
          <a:bodyPr wrap="square" rtlCol="0" anchor="ctr">
            <a:noAutofit/>
          </a:bodyPr>
          <a:lstStyle/>
          <a:p>
            <a:endParaRPr lang="en-US"/>
          </a:p>
        </p:txBody>
      </p:sp>
      <p:sp>
        <p:nvSpPr>
          <p:cNvPr id="2" name="Title 1">
            <a:extLst>
              <a:ext uri="{FF2B5EF4-FFF2-40B4-BE49-F238E27FC236}">
                <a16:creationId xmlns:a16="http://schemas.microsoft.com/office/drawing/2014/main" id="{97E72C44-EE84-397E-72A1-1CE397C1B7B4}"/>
              </a:ext>
            </a:extLst>
          </p:cNvPr>
          <p:cNvSpPr>
            <a:spLocks noGrp="1"/>
          </p:cNvSpPr>
          <p:nvPr>
            <p:ph type="title"/>
          </p:nvPr>
        </p:nvSpPr>
        <p:spPr>
          <a:xfrm>
            <a:off x="5622061" y="762538"/>
            <a:ext cx="5649349" cy="3199862"/>
          </a:xfrm>
        </p:spPr>
        <p:txBody>
          <a:bodyPr vert="horz" lIns="91440" tIns="45720" rIns="91440" bIns="45720" rtlCol="0" anchor="b">
            <a:normAutofit/>
          </a:bodyPr>
          <a:lstStyle/>
          <a:p>
            <a:r>
              <a:rPr lang="en-US" sz="6600" kern="1200" dirty="0">
                <a:solidFill>
                  <a:srgbClr val="FFFFFF"/>
                </a:solidFill>
                <a:latin typeface="+mj-lt"/>
                <a:ea typeface="+mj-ea"/>
                <a:cs typeface="+mj-cs"/>
              </a:rPr>
              <a:t>Thank you</a:t>
            </a:r>
          </a:p>
        </p:txBody>
      </p:sp>
      <p:sp>
        <p:nvSpPr>
          <p:cNvPr id="25" name="sketch line">
            <a:extLst>
              <a:ext uri="{FF2B5EF4-FFF2-40B4-BE49-F238E27FC236}">
                <a16:creationId xmlns:a16="http://schemas.microsoft.com/office/drawing/2014/main" id="{63DAB858-5A0C-4AFF-AAC6-705EDF8DB73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17682" y="4043302"/>
            <a:ext cx="5303520" cy="18288"/>
          </a:xfrm>
          <a:custGeom>
            <a:avLst/>
            <a:gdLst>
              <a:gd name="csX0" fmla="*/ 0 w 5303520"/>
              <a:gd name="csY0" fmla="*/ 0 h 18288"/>
              <a:gd name="csX1" fmla="*/ 556870 w 5303520"/>
              <a:gd name="csY1" fmla="*/ 0 h 18288"/>
              <a:gd name="csX2" fmla="*/ 1272845 w 5303520"/>
              <a:gd name="csY2" fmla="*/ 0 h 18288"/>
              <a:gd name="csX3" fmla="*/ 1882750 w 5303520"/>
              <a:gd name="csY3" fmla="*/ 0 h 18288"/>
              <a:gd name="csX4" fmla="*/ 2439619 w 5303520"/>
              <a:gd name="csY4" fmla="*/ 0 h 18288"/>
              <a:gd name="csX5" fmla="*/ 3155594 w 5303520"/>
              <a:gd name="csY5" fmla="*/ 0 h 18288"/>
              <a:gd name="csX6" fmla="*/ 3818534 w 5303520"/>
              <a:gd name="csY6" fmla="*/ 0 h 18288"/>
              <a:gd name="csX7" fmla="*/ 4481474 w 5303520"/>
              <a:gd name="csY7" fmla="*/ 0 h 18288"/>
              <a:gd name="csX8" fmla="*/ 5303520 w 5303520"/>
              <a:gd name="csY8" fmla="*/ 0 h 18288"/>
              <a:gd name="csX9" fmla="*/ 5303520 w 5303520"/>
              <a:gd name="csY9" fmla="*/ 18288 h 18288"/>
              <a:gd name="csX10" fmla="*/ 4746650 w 5303520"/>
              <a:gd name="csY10" fmla="*/ 18288 h 18288"/>
              <a:gd name="csX11" fmla="*/ 4242816 w 5303520"/>
              <a:gd name="csY11" fmla="*/ 18288 h 18288"/>
              <a:gd name="csX12" fmla="*/ 3526841 w 5303520"/>
              <a:gd name="csY12" fmla="*/ 18288 h 18288"/>
              <a:gd name="csX13" fmla="*/ 2969971 w 5303520"/>
              <a:gd name="csY13" fmla="*/ 18288 h 18288"/>
              <a:gd name="csX14" fmla="*/ 2253996 w 5303520"/>
              <a:gd name="csY14" fmla="*/ 18288 h 18288"/>
              <a:gd name="csX15" fmla="*/ 1484986 w 5303520"/>
              <a:gd name="csY15" fmla="*/ 18288 h 18288"/>
              <a:gd name="csX16" fmla="*/ 875081 w 5303520"/>
              <a:gd name="csY16" fmla="*/ 18288 h 18288"/>
              <a:gd name="csX17" fmla="*/ 0 w 5303520"/>
              <a:gd name="csY17" fmla="*/ 18288 h 18288"/>
              <a:gd name="csX18" fmla="*/ 0 w 530352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303520" h="18288" fill="none" extrusionOk="0">
                <a:moveTo>
                  <a:pt x="0" y="0"/>
                </a:moveTo>
                <a:cubicBezTo>
                  <a:pt x="191807" y="-19560"/>
                  <a:pt x="373092" y="14032"/>
                  <a:pt x="556870" y="0"/>
                </a:cubicBezTo>
                <a:cubicBezTo>
                  <a:pt x="740648" y="-14032"/>
                  <a:pt x="1109645" y="5886"/>
                  <a:pt x="1272845" y="0"/>
                </a:cubicBezTo>
                <a:cubicBezTo>
                  <a:pt x="1436045" y="-5886"/>
                  <a:pt x="1723352" y="-21940"/>
                  <a:pt x="1882750" y="0"/>
                </a:cubicBezTo>
                <a:cubicBezTo>
                  <a:pt x="2042148" y="21940"/>
                  <a:pt x="2308812" y="-23394"/>
                  <a:pt x="2439619" y="0"/>
                </a:cubicBezTo>
                <a:cubicBezTo>
                  <a:pt x="2570426" y="23394"/>
                  <a:pt x="2936980" y="-3315"/>
                  <a:pt x="3155594" y="0"/>
                </a:cubicBezTo>
                <a:cubicBezTo>
                  <a:pt x="3374208" y="3315"/>
                  <a:pt x="3528026" y="24519"/>
                  <a:pt x="3818534" y="0"/>
                </a:cubicBezTo>
                <a:cubicBezTo>
                  <a:pt x="4109042" y="-24519"/>
                  <a:pt x="4161759" y="-18720"/>
                  <a:pt x="4481474" y="0"/>
                </a:cubicBezTo>
                <a:cubicBezTo>
                  <a:pt x="4801189" y="18720"/>
                  <a:pt x="5011126" y="27308"/>
                  <a:pt x="5303520" y="0"/>
                </a:cubicBezTo>
                <a:cubicBezTo>
                  <a:pt x="5304050" y="6954"/>
                  <a:pt x="5304254" y="12839"/>
                  <a:pt x="5303520" y="18288"/>
                </a:cubicBezTo>
                <a:cubicBezTo>
                  <a:pt x="5132450" y="501"/>
                  <a:pt x="4953391" y="18714"/>
                  <a:pt x="4746650" y="18288"/>
                </a:cubicBezTo>
                <a:cubicBezTo>
                  <a:pt x="4539909" y="17863"/>
                  <a:pt x="4361261" y="7168"/>
                  <a:pt x="4242816" y="18288"/>
                </a:cubicBezTo>
                <a:cubicBezTo>
                  <a:pt x="4124371" y="29408"/>
                  <a:pt x="3754907" y="21026"/>
                  <a:pt x="3526841" y="18288"/>
                </a:cubicBezTo>
                <a:cubicBezTo>
                  <a:pt x="3298775" y="15550"/>
                  <a:pt x="3164473" y="3913"/>
                  <a:pt x="2969971" y="18288"/>
                </a:cubicBezTo>
                <a:cubicBezTo>
                  <a:pt x="2775469" y="32664"/>
                  <a:pt x="2608536" y="2050"/>
                  <a:pt x="2253996" y="18288"/>
                </a:cubicBezTo>
                <a:cubicBezTo>
                  <a:pt x="1899456" y="34526"/>
                  <a:pt x="1752044" y="28789"/>
                  <a:pt x="1484986" y="18288"/>
                </a:cubicBezTo>
                <a:cubicBezTo>
                  <a:pt x="1217928" y="7788"/>
                  <a:pt x="1060609" y="-4784"/>
                  <a:pt x="875081" y="18288"/>
                </a:cubicBezTo>
                <a:cubicBezTo>
                  <a:pt x="689553" y="41360"/>
                  <a:pt x="188846" y="25228"/>
                  <a:pt x="0" y="18288"/>
                </a:cubicBezTo>
                <a:cubicBezTo>
                  <a:pt x="-570" y="9279"/>
                  <a:pt x="132" y="5100"/>
                  <a:pt x="0" y="0"/>
                </a:cubicBezTo>
                <a:close/>
              </a:path>
              <a:path w="5303520" h="18288" stroke="0" extrusionOk="0">
                <a:moveTo>
                  <a:pt x="0" y="0"/>
                </a:moveTo>
                <a:cubicBezTo>
                  <a:pt x="181149" y="2038"/>
                  <a:pt x="442175" y="-27591"/>
                  <a:pt x="609905" y="0"/>
                </a:cubicBezTo>
                <a:cubicBezTo>
                  <a:pt x="777636" y="27591"/>
                  <a:pt x="947554" y="-24271"/>
                  <a:pt x="1113739" y="0"/>
                </a:cubicBezTo>
                <a:cubicBezTo>
                  <a:pt x="1279924" y="24271"/>
                  <a:pt x="1721318" y="-30891"/>
                  <a:pt x="1882750" y="0"/>
                </a:cubicBezTo>
                <a:cubicBezTo>
                  <a:pt x="2044182" y="30891"/>
                  <a:pt x="2270822" y="-14002"/>
                  <a:pt x="2492654" y="0"/>
                </a:cubicBezTo>
                <a:cubicBezTo>
                  <a:pt x="2714486" y="14002"/>
                  <a:pt x="2822632" y="27292"/>
                  <a:pt x="3102559" y="0"/>
                </a:cubicBezTo>
                <a:cubicBezTo>
                  <a:pt x="3382487" y="-27292"/>
                  <a:pt x="3489743" y="-31235"/>
                  <a:pt x="3871570" y="0"/>
                </a:cubicBezTo>
                <a:cubicBezTo>
                  <a:pt x="4253397" y="31235"/>
                  <a:pt x="4301475" y="22800"/>
                  <a:pt x="4428439" y="0"/>
                </a:cubicBezTo>
                <a:cubicBezTo>
                  <a:pt x="4555403" y="-22800"/>
                  <a:pt x="5018410" y="43534"/>
                  <a:pt x="5303520" y="0"/>
                </a:cubicBezTo>
                <a:cubicBezTo>
                  <a:pt x="5302837" y="5414"/>
                  <a:pt x="5302800" y="12510"/>
                  <a:pt x="5303520" y="18288"/>
                </a:cubicBezTo>
                <a:cubicBezTo>
                  <a:pt x="5082751" y="18456"/>
                  <a:pt x="4993374" y="24100"/>
                  <a:pt x="4746650" y="18288"/>
                </a:cubicBezTo>
                <a:cubicBezTo>
                  <a:pt x="4499926" y="12477"/>
                  <a:pt x="4368648" y="-7187"/>
                  <a:pt x="4083710" y="18288"/>
                </a:cubicBezTo>
                <a:cubicBezTo>
                  <a:pt x="3798772" y="43763"/>
                  <a:pt x="3729434" y="5501"/>
                  <a:pt x="3473806" y="18288"/>
                </a:cubicBezTo>
                <a:cubicBezTo>
                  <a:pt x="3218178" y="31075"/>
                  <a:pt x="3056855" y="30003"/>
                  <a:pt x="2704795" y="18288"/>
                </a:cubicBezTo>
                <a:cubicBezTo>
                  <a:pt x="2352735" y="6573"/>
                  <a:pt x="2319447" y="29257"/>
                  <a:pt x="1935785" y="18288"/>
                </a:cubicBezTo>
                <a:cubicBezTo>
                  <a:pt x="1552123" y="7320"/>
                  <a:pt x="1532619" y="-467"/>
                  <a:pt x="1378915" y="18288"/>
                </a:cubicBezTo>
                <a:cubicBezTo>
                  <a:pt x="1225211" y="37043"/>
                  <a:pt x="1038692" y="34308"/>
                  <a:pt x="715975" y="18288"/>
                </a:cubicBezTo>
                <a:cubicBezTo>
                  <a:pt x="393258" y="2268"/>
                  <a:pt x="303768" y="26944"/>
                  <a:pt x="0" y="18288"/>
                </a:cubicBezTo>
                <a:cubicBezTo>
                  <a:pt x="-306" y="11061"/>
                  <a:pt x="-655" y="7751"/>
                  <a:pt x="0" y="0"/>
                </a:cubicBezTo>
                <a:close/>
              </a:path>
            </a:pathLst>
          </a:custGeom>
          <a:solidFill>
            <a:srgbClr val="FFFFFF"/>
          </a:solidFill>
          <a:ln w="41275" cap="rnd">
            <a:solidFill>
              <a:srgbClr val="FFFFFF"/>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1100874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438" row="0">
    <wetp:webextensionref xmlns:r="http://schemas.openxmlformats.org/officeDocument/2006/relationships" r:id="rId1"/>
  </wetp:taskpane>
  <wetp:taskpane dockstate="right" visibility="0" width="438"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F1B6482A-A908-4E07-BA1E-BACE94D6B175}">
  <we:reference id="wa200005669" version="2.0.0.0" store="en-US" storeType="OMEX"/>
  <we:alternateReferences>
    <we:reference id="WA200005669" version="2.0.0.0" store=""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68E6EE85-14DF-41CA-9B88-AA451A36F42D}">
  <we:reference id="wa200005566" version="3.0.0.3" store="en-US" storeType="OMEX"/>
  <we:alternateReferences>
    <we:reference id="WA200005566" version="3.0.0.3" store=""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420</TotalTime>
  <Words>627</Words>
  <Application>Microsoft Office PowerPoint</Application>
  <PresentationFormat>Widescreen</PresentationFormat>
  <Paragraphs>66</Paragraphs>
  <Slides>19</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19</vt:i4>
      </vt:variant>
    </vt:vector>
  </HeadingPairs>
  <TitlesOfParts>
    <vt:vector size="24" baseType="lpstr">
      <vt:lpstr>Aptos</vt:lpstr>
      <vt:lpstr>Aptos Display</vt:lpstr>
      <vt:lpstr>Arial</vt:lpstr>
      <vt:lpstr>Calibri</vt:lpstr>
      <vt:lpstr>Office Theme</vt:lpstr>
      <vt:lpstr>Data Management 2 Course Work Presentation</vt:lpstr>
      <vt:lpstr>Problem and Objectives</vt:lpstr>
      <vt:lpstr>The problem</vt:lpstr>
      <vt:lpstr>The objective </vt:lpstr>
      <vt:lpstr>System requirements </vt:lpstr>
      <vt:lpstr>   EER</vt:lpstr>
      <vt:lpstr>PowerPoint Presentation</vt:lpstr>
      <vt:lpstr>Oracle implementation</vt:lpstr>
      <vt:lpstr>Automated logical backups are configured using Oracle Data Pump</vt:lpstr>
      <vt:lpstr>PL SQL Business Logic</vt:lpstr>
      <vt:lpstr>Procedures</vt:lpstr>
      <vt:lpstr>Triggers</vt:lpstr>
      <vt:lpstr>Cursors</vt:lpstr>
      <vt:lpstr>Hybrid architecture </vt:lpstr>
      <vt:lpstr>MongoDB Queries</vt:lpstr>
      <vt:lpstr>This helps to read thousands of comments instantly  without manually reading it all and this this helps management team to get a clear idea about the business showing their best drivers and which vehicles perform best </vt:lpstr>
      <vt:lpstr>Integration </vt:lpstr>
      <vt:lpstr>Conclusion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Huwin Fernanado</dc:creator>
  <cp:lastModifiedBy>Huwin Fernanado</cp:lastModifiedBy>
  <cp:revision>11</cp:revision>
  <dcterms:created xsi:type="dcterms:W3CDTF">2026-10-11T13:39:24Z</dcterms:created>
  <dcterms:modified xsi:type="dcterms:W3CDTF">2026-10-12T11:50:42Z</dcterms:modified>
</cp:coreProperties>
</file>