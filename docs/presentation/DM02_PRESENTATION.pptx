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4"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91" y="1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7DAE55B9-8ADD-4AF2-BAFA-C1CB7DC9EEF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F0F4932D-65CE-48BA-861F-FE9D703DE876}">
      <dgm:prSet/>
      <dgm:spPr/>
      <dgm:t>
        <a:bodyPr/>
        <a:lstStyle/>
        <a:p>
          <a:r>
            <a:rPr lang="en-US"/>
            <a:t>SmartMove transportation systems follow nine co-operational areas that we can divide into three categories</a:t>
          </a:r>
        </a:p>
      </dgm:t>
    </dgm:pt>
    <dgm:pt modelId="{AD118C76-C844-47DF-A725-6C9D4FB60C06}" type="parTrans" cxnId="{E078A991-6B86-46A7-926F-A848C424014F}">
      <dgm:prSet/>
      <dgm:spPr/>
      <dgm:t>
        <a:bodyPr/>
        <a:lstStyle/>
        <a:p>
          <a:endParaRPr lang="en-US"/>
        </a:p>
      </dgm:t>
    </dgm:pt>
    <dgm:pt modelId="{03CBED8C-FD32-4A1C-AD0F-DF850F1321F0}" type="sibTrans" cxnId="{E078A991-6B86-46A7-926F-A848C424014F}">
      <dgm:prSet/>
      <dgm:spPr/>
      <dgm:t>
        <a:bodyPr/>
        <a:lstStyle/>
        <a:p>
          <a:endParaRPr lang="en-US"/>
        </a:p>
      </dgm:t>
    </dgm:pt>
    <dgm:pt modelId="{872AB022-6E3E-4558-B0FB-E31C9517CF44}">
      <dgm:prSet/>
      <dgm:spPr/>
      <dgm:t>
        <a:bodyPr/>
        <a:lstStyle/>
        <a:p>
          <a:r>
            <a:rPr lang="en-US"/>
            <a:t>1 Master Data – driver , route , vehicle, passenger management</a:t>
          </a:r>
        </a:p>
      </dgm:t>
    </dgm:pt>
    <dgm:pt modelId="{7FC87809-0F9F-44D0-8359-2CDE7703D3C7}" type="parTrans" cxnId="{81F0696A-6F3F-4F9D-BD8A-BCF869E7A71B}">
      <dgm:prSet/>
      <dgm:spPr/>
      <dgm:t>
        <a:bodyPr/>
        <a:lstStyle/>
        <a:p>
          <a:endParaRPr lang="en-US"/>
        </a:p>
      </dgm:t>
    </dgm:pt>
    <dgm:pt modelId="{45D799CB-5889-4AFE-8B50-399D288D6674}" type="sibTrans" cxnId="{81F0696A-6F3F-4F9D-BD8A-BCF869E7A71B}">
      <dgm:prSet/>
      <dgm:spPr/>
      <dgm:t>
        <a:bodyPr/>
        <a:lstStyle/>
        <a:p>
          <a:endParaRPr lang="en-US"/>
        </a:p>
      </dgm:t>
    </dgm:pt>
    <dgm:pt modelId="{2224792A-32A1-484E-9076-1D7330993D18}">
      <dgm:prSet/>
      <dgm:spPr/>
      <dgm:t>
        <a:bodyPr/>
        <a:lstStyle/>
        <a:p>
          <a:r>
            <a:rPr lang="en-US" dirty="0"/>
            <a:t>2 Transactional Data – trip scheduling , ticket booking, payment, maintenance management </a:t>
          </a:r>
        </a:p>
      </dgm:t>
    </dgm:pt>
    <dgm:pt modelId="{AF7DF772-A033-47B8-AE1A-FE6903A005E0}" type="parTrans" cxnId="{C0CA1595-3144-4A83-99F1-2242E0D93C30}">
      <dgm:prSet/>
      <dgm:spPr/>
      <dgm:t>
        <a:bodyPr/>
        <a:lstStyle/>
        <a:p>
          <a:endParaRPr lang="en-US"/>
        </a:p>
      </dgm:t>
    </dgm:pt>
    <dgm:pt modelId="{4AA34CF3-7606-4DB9-9161-6FB92B4C2EE6}" type="sibTrans" cxnId="{C0CA1595-3144-4A83-99F1-2242E0D93C30}">
      <dgm:prSet/>
      <dgm:spPr/>
      <dgm:t>
        <a:bodyPr/>
        <a:lstStyle/>
        <a:p>
          <a:endParaRPr lang="en-US"/>
        </a:p>
      </dgm:t>
    </dgm:pt>
    <dgm:pt modelId="{3E7AAC88-46B1-4898-9629-4D1CDBC77983}">
      <dgm:prSet/>
      <dgm:spPr/>
      <dgm:t>
        <a:bodyPr/>
        <a:lstStyle/>
        <a:p>
          <a:r>
            <a:rPr lang="en-US"/>
            <a:t>3 Dynamic Data – feedback and review management </a:t>
          </a:r>
          <a:endParaRPr lang="en-US" dirty="0"/>
        </a:p>
      </dgm:t>
    </dgm:pt>
    <dgm:pt modelId="{53D9484A-A91B-4D86-A08C-5D817A46D8CA}" type="parTrans" cxnId="{E36772A3-22B7-4607-A570-0D8C808CD178}">
      <dgm:prSet/>
      <dgm:spPr/>
      <dgm:t>
        <a:bodyPr/>
        <a:lstStyle/>
        <a:p>
          <a:endParaRPr lang="en-US"/>
        </a:p>
      </dgm:t>
    </dgm:pt>
    <dgm:pt modelId="{601D82D3-0BA1-4207-9B7F-5D0CD63CCE17}" type="sibTrans" cxnId="{E36772A3-22B7-4607-A570-0D8C808CD178}">
      <dgm:prSet/>
      <dgm:spPr/>
      <dgm:t>
        <a:bodyPr/>
        <a:lstStyle/>
        <a:p>
          <a:endParaRPr lang="en-US"/>
        </a:p>
      </dgm:t>
    </dgm:pt>
    <dgm:pt modelId="{E4AE470E-BE59-4092-BF34-5664F9A270A5}" type="pres">
      <dgm:prSet presAssocID="{7DAE55B9-8ADD-4AF2-BAFA-C1CB7DC9EEFF}" presName="vert0" presStyleCnt="0">
        <dgm:presLayoutVars>
          <dgm:dir/>
          <dgm:animOne val="branch"/>
          <dgm:animLvl val="lvl"/>
        </dgm:presLayoutVars>
      </dgm:prSet>
      <dgm:spPr/>
    </dgm:pt>
    <dgm:pt modelId="{FE0255C7-6D25-40AF-A94A-7A511FE21E6A}" type="pres">
      <dgm:prSet presAssocID="{F0F4932D-65CE-48BA-861F-FE9D703DE876}" presName="thickLine" presStyleLbl="alignNode1" presStyleIdx="0" presStyleCnt="4"/>
      <dgm:spPr/>
    </dgm:pt>
    <dgm:pt modelId="{8480A151-BD04-45AF-B42A-24B9ADCDD581}" type="pres">
      <dgm:prSet presAssocID="{F0F4932D-65CE-48BA-861F-FE9D703DE876}" presName="horz1" presStyleCnt="0"/>
      <dgm:spPr/>
    </dgm:pt>
    <dgm:pt modelId="{561A4296-1145-4442-9D2C-27F4AC5C4D29}" type="pres">
      <dgm:prSet presAssocID="{F0F4932D-65CE-48BA-861F-FE9D703DE876}" presName="tx1" presStyleLbl="revTx" presStyleIdx="0" presStyleCnt="4"/>
      <dgm:spPr/>
    </dgm:pt>
    <dgm:pt modelId="{473EC2A0-B8DF-4FE7-A0FD-A67C86E7D62D}" type="pres">
      <dgm:prSet presAssocID="{F0F4932D-65CE-48BA-861F-FE9D703DE876}" presName="vert1" presStyleCnt="0"/>
      <dgm:spPr/>
    </dgm:pt>
    <dgm:pt modelId="{B1ED00FF-018F-4F3F-8512-2F256372DE30}" type="pres">
      <dgm:prSet presAssocID="{872AB022-6E3E-4558-B0FB-E31C9517CF44}" presName="thickLine" presStyleLbl="alignNode1" presStyleIdx="1" presStyleCnt="4"/>
      <dgm:spPr/>
    </dgm:pt>
    <dgm:pt modelId="{91543D0E-76EC-417C-BD25-081A1EB54200}" type="pres">
      <dgm:prSet presAssocID="{872AB022-6E3E-4558-B0FB-E31C9517CF44}" presName="horz1" presStyleCnt="0"/>
      <dgm:spPr/>
    </dgm:pt>
    <dgm:pt modelId="{65C376F6-462F-42DA-A565-1875BC3927A0}" type="pres">
      <dgm:prSet presAssocID="{872AB022-6E3E-4558-B0FB-E31C9517CF44}" presName="tx1" presStyleLbl="revTx" presStyleIdx="1" presStyleCnt="4"/>
      <dgm:spPr/>
    </dgm:pt>
    <dgm:pt modelId="{398F307C-6AD7-4884-9E48-4EA06347F041}" type="pres">
      <dgm:prSet presAssocID="{872AB022-6E3E-4558-B0FB-E31C9517CF44}" presName="vert1" presStyleCnt="0"/>
      <dgm:spPr/>
    </dgm:pt>
    <dgm:pt modelId="{20C026C3-3BE2-4D80-B352-357D8C424436}" type="pres">
      <dgm:prSet presAssocID="{2224792A-32A1-484E-9076-1D7330993D18}" presName="thickLine" presStyleLbl="alignNode1" presStyleIdx="2" presStyleCnt="4"/>
      <dgm:spPr/>
    </dgm:pt>
    <dgm:pt modelId="{C7A32195-31A6-434A-9731-090785AE1BCE}" type="pres">
      <dgm:prSet presAssocID="{2224792A-32A1-484E-9076-1D7330993D18}" presName="horz1" presStyleCnt="0"/>
      <dgm:spPr/>
    </dgm:pt>
    <dgm:pt modelId="{9D10CCB8-0EDB-462D-9F28-FADDC16413C4}" type="pres">
      <dgm:prSet presAssocID="{2224792A-32A1-484E-9076-1D7330993D18}" presName="tx1" presStyleLbl="revTx" presStyleIdx="2" presStyleCnt="4"/>
      <dgm:spPr/>
    </dgm:pt>
    <dgm:pt modelId="{BB04E4C8-8872-4772-917D-E1AF458679F6}" type="pres">
      <dgm:prSet presAssocID="{2224792A-32A1-484E-9076-1D7330993D18}" presName="vert1" presStyleCnt="0"/>
      <dgm:spPr/>
    </dgm:pt>
    <dgm:pt modelId="{BB2C309C-F1D1-4DB1-84E8-6FC8C54B8A87}" type="pres">
      <dgm:prSet presAssocID="{3E7AAC88-46B1-4898-9629-4D1CDBC77983}" presName="thickLine" presStyleLbl="alignNode1" presStyleIdx="3" presStyleCnt="4"/>
      <dgm:spPr/>
    </dgm:pt>
    <dgm:pt modelId="{EADD8EC6-A2AE-4801-A95E-6DDDD8273021}" type="pres">
      <dgm:prSet presAssocID="{3E7AAC88-46B1-4898-9629-4D1CDBC77983}" presName="horz1" presStyleCnt="0"/>
      <dgm:spPr/>
    </dgm:pt>
    <dgm:pt modelId="{DC228ACD-92DC-4855-8C87-19AEC2BBD6D3}" type="pres">
      <dgm:prSet presAssocID="{3E7AAC88-46B1-4898-9629-4D1CDBC77983}" presName="tx1" presStyleLbl="revTx" presStyleIdx="3" presStyleCnt="4"/>
      <dgm:spPr/>
    </dgm:pt>
    <dgm:pt modelId="{59E1782E-9FCE-4E42-AF58-44F138AC7B7D}" type="pres">
      <dgm:prSet presAssocID="{3E7AAC88-46B1-4898-9629-4D1CDBC77983}" presName="vert1" presStyleCnt="0"/>
      <dgm:spPr/>
    </dgm:pt>
  </dgm:ptLst>
  <dgm:cxnLst>
    <dgm:cxn modelId="{6741D766-8C85-4CBE-AFA3-0FD304A70943}" type="presOf" srcId="{872AB022-6E3E-4558-B0FB-E31C9517CF44}" destId="{65C376F6-462F-42DA-A565-1875BC3927A0}" srcOrd="0" destOrd="0" presId="urn:microsoft.com/office/officeart/2008/layout/LinedList"/>
    <dgm:cxn modelId="{81F0696A-6F3F-4F9D-BD8A-BCF869E7A71B}" srcId="{7DAE55B9-8ADD-4AF2-BAFA-C1CB7DC9EEFF}" destId="{872AB022-6E3E-4558-B0FB-E31C9517CF44}" srcOrd="1" destOrd="0" parTransId="{7FC87809-0F9F-44D0-8359-2CDE7703D3C7}" sibTransId="{45D799CB-5889-4AFE-8B50-399D288D6674}"/>
    <dgm:cxn modelId="{E078A991-6B86-46A7-926F-A848C424014F}" srcId="{7DAE55B9-8ADD-4AF2-BAFA-C1CB7DC9EEFF}" destId="{F0F4932D-65CE-48BA-861F-FE9D703DE876}" srcOrd="0" destOrd="0" parTransId="{AD118C76-C844-47DF-A725-6C9D4FB60C06}" sibTransId="{03CBED8C-FD32-4A1C-AD0F-DF850F1321F0}"/>
    <dgm:cxn modelId="{C0CA1595-3144-4A83-99F1-2242E0D93C30}" srcId="{7DAE55B9-8ADD-4AF2-BAFA-C1CB7DC9EEFF}" destId="{2224792A-32A1-484E-9076-1D7330993D18}" srcOrd="2" destOrd="0" parTransId="{AF7DF772-A033-47B8-AE1A-FE6903A005E0}" sibTransId="{4AA34CF3-7606-4DB9-9161-6FB92B4C2EE6}"/>
    <dgm:cxn modelId="{79F54B96-CEA8-42C1-9D43-1BDAA62AB03F}" type="presOf" srcId="{7DAE55B9-8ADD-4AF2-BAFA-C1CB7DC9EEFF}" destId="{E4AE470E-BE59-4092-BF34-5664F9A270A5}" srcOrd="0" destOrd="0" presId="urn:microsoft.com/office/officeart/2008/layout/LinedList"/>
    <dgm:cxn modelId="{E36772A3-22B7-4607-A570-0D8C808CD178}" srcId="{7DAE55B9-8ADD-4AF2-BAFA-C1CB7DC9EEFF}" destId="{3E7AAC88-46B1-4898-9629-4D1CDBC77983}" srcOrd="3" destOrd="0" parTransId="{53D9484A-A91B-4D86-A08C-5D817A46D8CA}" sibTransId="{601D82D3-0BA1-4207-9B7F-5D0CD63CCE17}"/>
    <dgm:cxn modelId="{DADA76CA-C5D5-4036-BBFF-77716FD3AF87}" type="presOf" srcId="{3E7AAC88-46B1-4898-9629-4D1CDBC77983}" destId="{DC228ACD-92DC-4855-8C87-19AEC2BBD6D3}" srcOrd="0" destOrd="0" presId="urn:microsoft.com/office/officeart/2008/layout/LinedList"/>
    <dgm:cxn modelId="{3DEDFFD4-9993-4EB2-9DAB-0446BC962D29}" type="presOf" srcId="{F0F4932D-65CE-48BA-861F-FE9D703DE876}" destId="{561A4296-1145-4442-9D2C-27F4AC5C4D29}" srcOrd="0" destOrd="0" presId="urn:microsoft.com/office/officeart/2008/layout/LinedList"/>
    <dgm:cxn modelId="{D595DCEF-3D7D-44E1-956D-E811DB8F5BB5}" type="presOf" srcId="{2224792A-32A1-484E-9076-1D7330993D18}" destId="{9D10CCB8-0EDB-462D-9F28-FADDC16413C4}" srcOrd="0" destOrd="0" presId="urn:microsoft.com/office/officeart/2008/layout/LinedList"/>
    <dgm:cxn modelId="{609978BF-2BF0-43FD-AC89-0B0375E96830}" type="presParOf" srcId="{E4AE470E-BE59-4092-BF34-5664F9A270A5}" destId="{FE0255C7-6D25-40AF-A94A-7A511FE21E6A}" srcOrd="0" destOrd="0" presId="urn:microsoft.com/office/officeart/2008/layout/LinedList"/>
    <dgm:cxn modelId="{C149C8A0-35CF-4650-9EF2-3413241CD28B}" type="presParOf" srcId="{E4AE470E-BE59-4092-BF34-5664F9A270A5}" destId="{8480A151-BD04-45AF-B42A-24B9ADCDD581}" srcOrd="1" destOrd="0" presId="urn:microsoft.com/office/officeart/2008/layout/LinedList"/>
    <dgm:cxn modelId="{2EAAF591-6F14-4D24-885E-3F736237D06F}" type="presParOf" srcId="{8480A151-BD04-45AF-B42A-24B9ADCDD581}" destId="{561A4296-1145-4442-9D2C-27F4AC5C4D29}" srcOrd="0" destOrd="0" presId="urn:microsoft.com/office/officeart/2008/layout/LinedList"/>
    <dgm:cxn modelId="{BBCC872A-7791-4FF6-AFC7-F8F15C1A2F3A}" type="presParOf" srcId="{8480A151-BD04-45AF-B42A-24B9ADCDD581}" destId="{473EC2A0-B8DF-4FE7-A0FD-A67C86E7D62D}" srcOrd="1" destOrd="0" presId="urn:microsoft.com/office/officeart/2008/layout/LinedList"/>
    <dgm:cxn modelId="{0AC64EBA-810C-45C2-9317-509F0137C754}" type="presParOf" srcId="{E4AE470E-BE59-4092-BF34-5664F9A270A5}" destId="{B1ED00FF-018F-4F3F-8512-2F256372DE30}" srcOrd="2" destOrd="0" presId="urn:microsoft.com/office/officeart/2008/layout/LinedList"/>
    <dgm:cxn modelId="{AF939E23-D948-47DC-B5DB-F677EE123A51}" type="presParOf" srcId="{E4AE470E-BE59-4092-BF34-5664F9A270A5}" destId="{91543D0E-76EC-417C-BD25-081A1EB54200}" srcOrd="3" destOrd="0" presId="urn:microsoft.com/office/officeart/2008/layout/LinedList"/>
    <dgm:cxn modelId="{775F41F5-7949-435C-8EA0-9157083F300C}" type="presParOf" srcId="{91543D0E-76EC-417C-BD25-081A1EB54200}" destId="{65C376F6-462F-42DA-A565-1875BC3927A0}" srcOrd="0" destOrd="0" presId="urn:microsoft.com/office/officeart/2008/layout/LinedList"/>
    <dgm:cxn modelId="{4CB39DDD-CC54-4C6F-B8DE-E20C50D33924}" type="presParOf" srcId="{91543D0E-76EC-417C-BD25-081A1EB54200}" destId="{398F307C-6AD7-4884-9E48-4EA06347F041}" srcOrd="1" destOrd="0" presId="urn:microsoft.com/office/officeart/2008/layout/LinedList"/>
    <dgm:cxn modelId="{C38A489A-75B0-4721-A355-07D7262C1073}" type="presParOf" srcId="{E4AE470E-BE59-4092-BF34-5664F9A270A5}" destId="{20C026C3-3BE2-4D80-B352-357D8C424436}" srcOrd="4" destOrd="0" presId="urn:microsoft.com/office/officeart/2008/layout/LinedList"/>
    <dgm:cxn modelId="{BE044DD9-18D6-480C-81AD-DB703C0EB3D9}" type="presParOf" srcId="{E4AE470E-BE59-4092-BF34-5664F9A270A5}" destId="{C7A32195-31A6-434A-9731-090785AE1BCE}" srcOrd="5" destOrd="0" presId="urn:microsoft.com/office/officeart/2008/layout/LinedList"/>
    <dgm:cxn modelId="{605580A6-F1AA-4966-A437-AD4841B08D99}" type="presParOf" srcId="{C7A32195-31A6-434A-9731-090785AE1BCE}" destId="{9D10CCB8-0EDB-462D-9F28-FADDC16413C4}" srcOrd="0" destOrd="0" presId="urn:microsoft.com/office/officeart/2008/layout/LinedList"/>
    <dgm:cxn modelId="{D9C64856-4815-478E-9E46-E24EF73BA16E}" type="presParOf" srcId="{C7A32195-31A6-434A-9731-090785AE1BCE}" destId="{BB04E4C8-8872-4772-917D-E1AF458679F6}" srcOrd="1" destOrd="0" presId="urn:microsoft.com/office/officeart/2008/layout/LinedList"/>
    <dgm:cxn modelId="{D7B23D7B-3547-4302-8E83-C8FB2D75CA42}" type="presParOf" srcId="{E4AE470E-BE59-4092-BF34-5664F9A270A5}" destId="{BB2C309C-F1D1-4DB1-84E8-6FC8C54B8A87}" srcOrd="6" destOrd="0" presId="urn:microsoft.com/office/officeart/2008/layout/LinedList"/>
    <dgm:cxn modelId="{B7F95912-B897-4372-9111-7666E5DB20AE}" type="presParOf" srcId="{E4AE470E-BE59-4092-BF34-5664F9A270A5}" destId="{EADD8EC6-A2AE-4801-A95E-6DDDD8273021}" srcOrd="7" destOrd="0" presId="urn:microsoft.com/office/officeart/2008/layout/LinedList"/>
    <dgm:cxn modelId="{07326A9F-A7E5-4E76-BABF-B4F9329F4E70}" type="presParOf" srcId="{EADD8EC6-A2AE-4801-A95E-6DDDD8273021}" destId="{DC228ACD-92DC-4855-8C87-19AEC2BBD6D3}" srcOrd="0" destOrd="0" presId="urn:microsoft.com/office/officeart/2008/layout/LinedList"/>
    <dgm:cxn modelId="{94034349-2946-45F3-BEAF-055715B4DF36}" type="presParOf" srcId="{EADD8EC6-A2AE-4801-A95E-6DDDD8273021}" destId="{59E1782E-9FCE-4E42-AF58-44F138AC7B7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A7F8AF1-4C0A-4574-8ECB-CF3199F2C87E}"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472EE37B-96BD-4EB5-837C-994396ED9417}">
      <dgm:prSet/>
      <dgm:spPr/>
      <dgm:t>
        <a:bodyPr/>
        <a:lstStyle/>
        <a:p>
          <a:pPr>
            <a:defRPr cap="all"/>
          </a:pPr>
          <a:r>
            <a:rPr lang="en-US"/>
            <a:t>As foundational entities in the er diagram we have passenger , driver , vehicle and route and these tables managed by Oracle sequences. </a:t>
          </a:r>
        </a:p>
      </dgm:t>
    </dgm:pt>
    <dgm:pt modelId="{B2639FBB-8958-43B5-B03E-400BF5256B9C}" type="parTrans" cxnId="{DAF821C8-B64A-4D12-A701-1C4FC2FF1415}">
      <dgm:prSet/>
      <dgm:spPr/>
      <dgm:t>
        <a:bodyPr/>
        <a:lstStyle/>
        <a:p>
          <a:endParaRPr lang="en-US"/>
        </a:p>
      </dgm:t>
    </dgm:pt>
    <dgm:pt modelId="{17EC553B-F798-48D0-ABAC-FFF75C3E80B6}" type="sibTrans" cxnId="{DAF821C8-B64A-4D12-A701-1C4FC2FF1415}">
      <dgm:prSet/>
      <dgm:spPr/>
      <dgm:t>
        <a:bodyPr/>
        <a:lstStyle/>
        <a:p>
          <a:endParaRPr lang="en-US"/>
        </a:p>
      </dgm:t>
    </dgm:pt>
    <dgm:pt modelId="{E2DDF9DB-3327-4AC0-9D69-2651E6D0FAEB}">
      <dgm:prSet/>
      <dgm:spPr/>
      <dgm:t>
        <a:bodyPr/>
        <a:lstStyle/>
        <a:p>
          <a:pPr>
            <a:defRPr cap="all"/>
          </a:pPr>
          <a:r>
            <a:rPr lang="en-US"/>
            <a:t>Transactional entities trip, booking, payment , and maintenance entities are lined to foundational entities using foreign keys.</a:t>
          </a:r>
        </a:p>
      </dgm:t>
    </dgm:pt>
    <dgm:pt modelId="{1D6C0024-4004-4AB5-8DFA-16CBE19954D6}" type="parTrans" cxnId="{BD0494B0-9804-44C5-93DD-F94BF23357BF}">
      <dgm:prSet/>
      <dgm:spPr/>
      <dgm:t>
        <a:bodyPr/>
        <a:lstStyle/>
        <a:p>
          <a:endParaRPr lang="en-US"/>
        </a:p>
      </dgm:t>
    </dgm:pt>
    <dgm:pt modelId="{4DB3A49E-C5D9-4CA7-92DF-B5D64C7E9CAF}" type="sibTrans" cxnId="{BD0494B0-9804-44C5-93DD-F94BF23357BF}">
      <dgm:prSet/>
      <dgm:spPr/>
      <dgm:t>
        <a:bodyPr/>
        <a:lstStyle/>
        <a:p>
          <a:endParaRPr lang="en-US"/>
        </a:p>
      </dgm:t>
    </dgm:pt>
    <dgm:pt modelId="{5D98914C-9E22-49A0-AF8B-B128C4EB9EE2}">
      <dgm:prSet/>
      <dgm:spPr/>
      <dgm:t>
        <a:bodyPr/>
        <a:lstStyle/>
        <a:p>
          <a:pPr>
            <a:defRPr cap="all"/>
          </a:pPr>
          <a:r>
            <a:rPr lang="en-US"/>
            <a:t>Security roles restrict to DML operations to ensure the application layer only accesses necessary data securely. </a:t>
          </a:r>
        </a:p>
      </dgm:t>
    </dgm:pt>
    <dgm:pt modelId="{DE604F86-BD2D-4B66-B96C-CA0DFE50CF00}" type="parTrans" cxnId="{4489FAA4-623E-4C05-B216-ECE12D05894F}">
      <dgm:prSet/>
      <dgm:spPr/>
      <dgm:t>
        <a:bodyPr/>
        <a:lstStyle/>
        <a:p>
          <a:endParaRPr lang="en-US"/>
        </a:p>
      </dgm:t>
    </dgm:pt>
    <dgm:pt modelId="{8F8EDD4C-DC14-4633-ABF2-1F0DBD1EFA27}" type="sibTrans" cxnId="{4489FAA4-623E-4C05-B216-ECE12D05894F}">
      <dgm:prSet/>
      <dgm:spPr/>
      <dgm:t>
        <a:bodyPr/>
        <a:lstStyle/>
        <a:p>
          <a:endParaRPr lang="en-US"/>
        </a:p>
      </dgm:t>
    </dgm:pt>
    <dgm:pt modelId="{EBF37017-FF1E-45F1-885B-5E4111155BF2}" type="pres">
      <dgm:prSet presAssocID="{3A7F8AF1-4C0A-4574-8ECB-CF3199F2C87E}" presName="root" presStyleCnt="0">
        <dgm:presLayoutVars>
          <dgm:dir/>
          <dgm:resizeHandles val="exact"/>
        </dgm:presLayoutVars>
      </dgm:prSet>
      <dgm:spPr/>
    </dgm:pt>
    <dgm:pt modelId="{C1CAACDF-11C3-4ABD-AE1D-60D9331C840A}" type="pres">
      <dgm:prSet presAssocID="{472EE37B-96BD-4EB5-837C-994396ED9417}" presName="compNode" presStyleCnt="0"/>
      <dgm:spPr/>
    </dgm:pt>
    <dgm:pt modelId="{4A66A710-4814-4490-92DC-3ED12970EBC2}" type="pres">
      <dgm:prSet presAssocID="{472EE37B-96BD-4EB5-837C-994396ED9417}" presName="iconBgRect" presStyleLbl="bgShp" presStyleIdx="0" presStyleCnt="3"/>
      <dgm:spPr>
        <a:prstGeom prst="round2DiagRect">
          <a:avLst>
            <a:gd name="adj1" fmla="val 29727"/>
            <a:gd name="adj2" fmla="val 0"/>
          </a:avLst>
        </a:prstGeom>
      </dgm:spPr>
    </dgm:pt>
    <dgm:pt modelId="{3ACEBD6B-289F-4983-9709-D58435D3D896}" type="pres">
      <dgm:prSet presAssocID="{472EE37B-96BD-4EB5-837C-994396ED941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erver"/>
        </a:ext>
      </dgm:extLst>
    </dgm:pt>
    <dgm:pt modelId="{D563E503-21ED-4179-BAD3-4B94EBED8CAD}" type="pres">
      <dgm:prSet presAssocID="{472EE37B-96BD-4EB5-837C-994396ED9417}" presName="spaceRect" presStyleCnt="0"/>
      <dgm:spPr/>
    </dgm:pt>
    <dgm:pt modelId="{0C3C74E3-1EA5-4C3B-A9A7-AB65087A620B}" type="pres">
      <dgm:prSet presAssocID="{472EE37B-96BD-4EB5-837C-994396ED9417}" presName="textRect" presStyleLbl="revTx" presStyleIdx="0" presStyleCnt="3">
        <dgm:presLayoutVars>
          <dgm:chMax val="1"/>
          <dgm:chPref val="1"/>
        </dgm:presLayoutVars>
      </dgm:prSet>
      <dgm:spPr/>
    </dgm:pt>
    <dgm:pt modelId="{AC38F370-0A2E-4B82-8E30-0F82AB14C2AD}" type="pres">
      <dgm:prSet presAssocID="{17EC553B-F798-48D0-ABAC-FFF75C3E80B6}" presName="sibTrans" presStyleCnt="0"/>
      <dgm:spPr/>
    </dgm:pt>
    <dgm:pt modelId="{CBAD5374-6AD1-4AE3-8EC6-10A7E760B3E4}" type="pres">
      <dgm:prSet presAssocID="{E2DDF9DB-3327-4AC0-9D69-2651E6D0FAEB}" presName="compNode" presStyleCnt="0"/>
      <dgm:spPr/>
    </dgm:pt>
    <dgm:pt modelId="{3A209D8C-3782-4070-8425-638299F46DFD}" type="pres">
      <dgm:prSet presAssocID="{E2DDF9DB-3327-4AC0-9D69-2651E6D0FAEB}" presName="iconBgRect" presStyleLbl="bgShp" presStyleIdx="1" presStyleCnt="3"/>
      <dgm:spPr>
        <a:prstGeom prst="round2DiagRect">
          <a:avLst>
            <a:gd name="adj1" fmla="val 29727"/>
            <a:gd name="adj2" fmla="val 0"/>
          </a:avLst>
        </a:prstGeom>
      </dgm:spPr>
    </dgm:pt>
    <dgm:pt modelId="{2868EAA5-FAF3-492D-AD8F-019B68F3B7B0}" type="pres">
      <dgm:prSet presAssocID="{E2DDF9DB-3327-4AC0-9D69-2651E6D0FAEB}"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Key"/>
        </a:ext>
      </dgm:extLst>
    </dgm:pt>
    <dgm:pt modelId="{EB51EA01-0737-4D90-B366-829E3AD9F22C}" type="pres">
      <dgm:prSet presAssocID="{E2DDF9DB-3327-4AC0-9D69-2651E6D0FAEB}" presName="spaceRect" presStyleCnt="0"/>
      <dgm:spPr/>
    </dgm:pt>
    <dgm:pt modelId="{7200212D-15EB-4303-A7A9-F299B303B891}" type="pres">
      <dgm:prSet presAssocID="{E2DDF9DB-3327-4AC0-9D69-2651E6D0FAEB}" presName="textRect" presStyleLbl="revTx" presStyleIdx="1" presStyleCnt="3">
        <dgm:presLayoutVars>
          <dgm:chMax val="1"/>
          <dgm:chPref val="1"/>
        </dgm:presLayoutVars>
      </dgm:prSet>
      <dgm:spPr/>
    </dgm:pt>
    <dgm:pt modelId="{CCD69EB4-465C-4CF1-A6ED-4694DDB64B37}" type="pres">
      <dgm:prSet presAssocID="{4DB3A49E-C5D9-4CA7-92DF-B5D64C7E9CAF}" presName="sibTrans" presStyleCnt="0"/>
      <dgm:spPr/>
    </dgm:pt>
    <dgm:pt modelId="{BBFE10FB-3B87-4E96-A269-3DFA289AFEBB}" type="pres">
      <dgm:prSet presAssocID="{5D98914C-9E22-49A0-AF8B-B128C4EB9EE2}" presName="compNode" presStyleCnt="0"/>
      <dgm:spPr/>
    </dgm:pt>
    <dgm:pt modelId="{19938D7F-7211-4C1E-B76F-D8F35E105F29}" type="pres">
      <dgm:prSet presAssocID="{5D98914C-9E22-49A0-AF8B-B128C4EB9EE2}" presName="iconBgRect" presStyleLbl="bgShp" presStyleIdx="2" presStyleCnt="3"/>
      <dgm:spPr>
        <a:prstGeom prst="round2DiagRect">
          <a:avLst>
            <a:gd name="adj1" fmla="val 29727"/>
            <a:gd name="adj2" fmla="val 0"/>
          </a:avLst>
        </a:prstGeom>
      </dgm:spPr>
    </dgm:pt>
    <dgm:pt modelId="{C8A5C998-B4AC-47BB-9443-6335CDE7A97D}" type="pres">
      <dgm:prSet presAssocID="{5D98914C-9E22-49A0-AF8B-B128C4EB9EE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Lock"/>
        </a:ext>
      </dgm:extLst>
    </dgm:pt>
    <dgm:pt modelId="{76FFBD52-7147-4012-940E-46C3604DE0A3}" type="pres">
      <dgm:prSet presAssocID="{5D98914C-9E22-49A0-AF8B-B128C4EB9EE2}" presName="spaceRect" presStyleCnt="0"/>
      <dgm:spPr/>
    </dgm:pt>
    <dgm:pt modelId="{4A7B5601-1D2C-49E2-ABD5-859930C0A6A7}" type="pres">
      <dgm:prSet presAssocID="{5D98914C-9E22-49A0-AF8B-B128C4EB9EE2}" presName="textRect" presStyleLbl="revTx" presStyleIdx="2" presStyleCnt="3">
        <dgm:presLayoutVars>
          <dgm:chMax val="1"/>
          <dgm:chPref val="1"/>
        </dgm:presLayoutVars>
      </dgm:prSet>
      <dgm:spPr/>
    </dgm:pt>
  </dgm:ptLst>
  <dgm:cxnLst>
    <dgm:cxn modelId="{9B107122-C2F8-44A7-BDDE-A6C79A85E606}" type="presOf" srcId="{3A7F8AF1-4C0A-4574-8ECB-CF3199F2C87E}" destId="{EBF37017-FF1E-45F1-885B-5E4111155BF2}" srcOrd="0" destOrd="0" presId="urn:microsoft.com/office/officeart/2018/5/layout/IconLeafLabelList"/>
    <dgm:cxn modelId="{4489FAA4-623E-4C05-B216-ECE12D05894F}" srcId="{3A7F8AF1-4C0A-4574-8ECB-CF3199F2C87E}" destId="{5D98914C-9E22-49A0-AF8B-B128C4EB9EE2}" srcOrd="2" destOrd="0" parTransId="{DE604F86-BD2D-4B66-B96C-CA0DFE50CF00}" sibTransId="{8F8EDD4C-DC14-4633-ABF2-1F0DBD1EFA27}"/>
    <dgm:cxn modelId="{BD0494B0-9804-44C5-93DD-F94BF23357BF}" srcId="{3A7F8AF1-4C0A-4574-8ECB-CF3199F2C87E}" destId="{E2DDF9DB-3327-4AC0-9D69-2651E6D0FAEB}" srcOrd="1" destOrd="0" parTransId="{1D6C0024-4004-4AB5-8DFA-16CBE19954D6}" sibTransId="{4DB3A49E-C5D9-4CA7-92DF-B5D64C7E9CAF}"/>
    <dgm:cxn modelId="{8FB861C4-7A04-44E5-84D4-0D38A7C26D56}" type="presOf" srcId="{5D98914C-9E22-49A0-AF8B-B128C4EB9EE2}" destId="{4A7B5601-1D2C-49E2-ABD5-859930C0A6A7}" srcOrd="0" destOrd="0" presId="urn:microsoft.com/office/officeart/2018/5/layout/IconLeafLabelList"/>
    <dgm:cxn modelId="{DAF821C8-B64A-4D12-A701-1C4FC2FF1415}" srcId="{3A7F8AF1-4C0A-4574-8ECB-CF3199F2C87E}" destId="{472EE37B-96BD-4EB5-837C-994396ED9417}" srcOrd="0" destOrd="0" parTransId="{B2639FBB-8958-43B5-B03E-400BF5256B9C}" sibTransId="{17EC553B-F798-48D0-ABAC-FFF75C3E80B6}"/>
    <dgm:cxn modelId="{40392CCD-0BAD-47DD-ADC6-04390A1C2514}" type="presOf" srcId="{472EE37B-96BD-4EB5-837C-994396ED9417}" destId="{0C3C74E3-1EA5-4C3B-A9A7-AB65087A620B}" srcOrd="0" destOrd="0" presId="urn:microsoft.com/office/officeart/2018/5/layout/IconLeafLabelList"/>
    <dgm:cxn modelId="{3338FEDB-D498-4D44-8FC2-F7B511569A3C}" type="presOf" srcId="{E2DDF9DB-3327-4AC0-9D69-2651E6D0FAEB}" destId="{7200212D-15EB-4303-A7A9-F299B303B891}" srcOrd="0" destOrd="0" presId="urn:microsoft.com/office/officeart/2018/5/layout/IconLeafLabelList"/>
    <dgm:cxn modelId="{91EC34EB-A856-49E9-A137-61A7A5CAB1A3}" type="presParOf" srcId="{EBF37017-FF1E-45F1-885B-5E4111155BF2}" destId="{C1CAACDF-11C3-4ABD-AE1D-60D9331C840A}" srcOrd="0" destOrd="0" presId="urn:microsoft.com/office/officeart/2018/5/layout/IconLeafLabelList"/>
    <dgm:cxn modelId="{5719BCF2-C8BA-4099-813A-AE408DE887E9}" type="presParOf" srcId="{C1CAACDF-11C3-4ABD-AE1D-60D9331C840A}" destId="{4A66A710-4814-4490-92DC-3ED12970EBC2}" srcOrd="0" destOrd="0" presId="urn:microsoft.com/office/officeart/2018/5/layout/IconLeafLabelList"/>
    <dgm:cxn modelId="{55738CBC-39BD-4137-B4B9-1B79C4032E40}" type="presParOf" srcId="{C1CAACDF-11C3-4ABD-AE1D-60D9331C840A}" destId="{3ACEBD6B-289F-4983-9709-D58435D3D896}" srcOrd="1" destOrd="0" presId="urn:microsoft.com/office/officeart/2018/5/layout/IconLeafLabelList"/>
    <dgm:cxn modelId="{C3327897-31C2-41D2-BC58-0C49422F95D7}" type="presParOf" srcId="{C1CAACDF-11C3-4ABD-AE1D-60D9331C840A}" destId="{D563E503-21ED-4179-BAD3-4B94EBED8CAD}" srcOrd="2" destOrd="0" presId="urn:microsoft.com/office/officeart/2018/5/layout/IconLeafLabelList"/>
    <dgm:cxn modelId="{8FCD4EF8-B392-4FAA-9187-DB313FD976F3}" type="presParOf" srcId="{C1CAACDF-11C3-4ABD-AE1D-60D9331C840A}" destId="{0C3C74E3-1EA5-4C3B-A9A7-AB65087A620B}" srcOrd="3" destOrd="0" presId="urn:microsoft.com/office/officeart/2018/5/layout/IconLeafLabelList"/>
    <dgm:cxn modelId="{1CA100A8-7253-43C7-873F-E53BD478AB0E}" type="presParOf" srcId="{EBF37017-FF1E-45F1-885B-5E4111155BF2}" destId="{AC38F370-0A2E-4B82-8E30-0F82AB14C2AD}" srcOrd="1" destOrd="0" presId="urn:microsoft.com/office/officeart/2018/5/layout/IconLeafLabelList"/>
    <dgm:cxn modelId="{A418EDEE-9756-4EF2-B14D-58B953D78C6D}" type="presParOf" srcId="{EBF37017-FF1E-45F1-885B-5E4111155BF2}" destId="{CBAD5374-6AD1-4AE3-8EC6-10A7E760B3E4}" srcOrd="2" destOrd="0" presId="urn:microsoft.com/office/officeart/2018/5/layout/IconLeafLabelList"/>
    <dgm:cxn modelId="{1D254363-9C8F-4273-A12A-AAE813030899}" type="presParOf" srcId="{CBAD5374-6AD1-4AE3-8EC6-10A7E760B3E4}" destId="{3A209D8C-3782-4070-8425-638299F46DFD}" srcOrd="0" destOrd="0" presId="urn:microsoft.com/office/officeart/2018/5/layout/IconLeafLabelList"/>
    <dgm:cxn modelId="{86B8D369-BA5D-4B25-A2D5-97B452852828}" type="presParOf" srcId="{CBAD5374-6AD1-4AE3-8EC6-10A7E760B3E4}" destId="{2868EAA5-FAF3-492D-AD8F-019B68F3B7B0}" srcOrd="1" destOrd="0" presId="urn:microsoft.com/office/officeart/2018/5/layout/IconLeafLabelList"/>
    <dgm:cxn modelId="{D47E6FF0-4F46-4B8C-9862-9DE83E88F5A4}" type="presParOf" srcId="{CBAD5374-6AD1-4AE3-8EC6-10A7E760B3E4}" destId="{EB51EA01-0737-4D90-B366-829E3AD9F22C}" srcOrd="2" destOrd="0" presId="urn:microsoft.com/office/officeart/2018/5/layout/IconLeafLabelList"/>
    <dgm:cxn modelId="{180D44D1-06B0-4DA4-9692-A9DF917E9617}" type="presParOf" srcId="{CBAD5374-6AD1-4AE3-8EC6-10A7E760B3E4}" destId="{7200212D-15EB-4303-A7A9-F299B303B891}" srcOrd="3" destOrd="0" presId="urn:microsoft.com/office/officeart/2018/5/layout/IconLeafLabelList"/>
    <dgm:cxn modelId="{B8B12850-713F-4F95-ADBE-8B63191AB81F}" type="presParOf" srcId="{EBF37017-FF1E-45F1-885B-5E4111155BF2}" destId="{CCD69EB4-465C-4CF1-A6ED-4694DDB64B37}" srcOrd="3" destOrd="0" presId="urn:microsoft.com/office/officeart/2018/5/layout/IconLeafLabelList"/>
    <dgm:cxn modelId="{C2A437C4-5178-41BB-8969-931A394B5AE4}" type="presParOf" srcId="{EBF37017-FF1E-45F1-885B-5E4111155BF2}" destId="{BBFE10FB-3B87-4E96-A269-3DFA289AFEBB}" srcOrd="4" destOrd="0" presId="urn:microsoft.com/office/officeart/2018/5/layout/IconLeafLabelList"/>
    <dgm:cxn modelId="{07FA58D2-B892-4761-8E3C-BD3E733F3D2F}" type="presParOf" srcId="{BBFE10FB-3B87-4E96-A269-3DFA289AFEBB}" destId="{19938D7F-7211-4C1E-B76F-D8F35E105F29}" srcOrd="0" destOrd="0" presId="urn:microsoft.com/office/officeart/2018/5/layout/IconLeafLabelList"/>
    <dgm:cxn modelId="{4DB70631-0598-48F8-B072-4F0B6961FB3C}" type="presParOf" srcId="{BBFE10FB-3B87-4E96-A269-3DFA289AFEBB}" destId="{C8A5C998-B4AC-47BB-9443-6335CDE7A97D}" srcOrd="1" destOrd="0" presId="urn:microsoft.com/office/officeart/2018/5/layout/IconLeafLabelList"/>
    <dgm:cxn modelId="{8E1E39C8-EC06-4FC1-8082-0809484E0400}" type="presParOf" srcId="{BBFE10FB-3B87-4E96-A269-3DFA289AFEBB}" destId="{76FFBD52-7147-4012-940E-46C3604DE0A3}" srcOrd="2" destOrd="0" presId="urn:microsoft.com/office/officeart/2018/5/layout/IconLeafLabelList"/>
    <dgm:cxn modelId="{AA80AA50-DEAE-40EF-AEF4-633AB4DE2327}" type="presParOf" srcId="{BBFE10FB-3B87-4E96-A269-3DFA289AFEBB}" destId="{4A7B5601-1D2C-49E2-ABD5-859930C0A6A7}"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A0541E-8988-44C7-B064-DB7FF3DF158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57781C0-DB6F-4492-BEF3-8AAF7B2FC291}">
      <dgm:prSet/>
      <dgm:spPr/>
      <dgm:t>
        <a:bodyPr/>
        <a:lstStyle/>
        <a:p>
          <a:r>
            <a:rPr lang="en-US"/>
            <a:t>Oracle handles all the business data that cannot lead to any mistakes as examples payments , ticket booking and user accounts.</a:t>
          </a:r>
        </a:p>
      </dgm:t>
    </dgm:pt>
    <dgm:pt modelId="{19DF1BF6-72B1-4C1B-BE42-A822516D8B2A}" type="parTrans" cxnId="{9E046E93-81E4-46A4-B2FC-000B41699116}">
      <dgm:prSet/>
      <dgm:spPr/>
      <dgm:t>
        <a:bodyPr/>
        <a:lstStyle/>
        <a:p>
          <a:endParaRPr lang="en-US"/>
        </a:p>
      </dgm:t>
    </dgm:pt>
    <dgm:pt modelId="{EB92E96D-31E5-4758-834A-211C2940A04A}" type="sibTrans" cxnId="{9E046E93-81E4-46A4-B2FC-000B41699116}">
      <dgm:prSet/>
      <dgm:spPr/>
      <dgm:t>
        <a:bodyPr/>
        <a:lstStyle/>
        <a:p>
          <a:endParaRPr lang="en-US"/>
        </a:p>
      </dgm:t>
    </dgm:pt>
    <dgm:pt modelId="{B9EDE429-0E37-44B0-834B-E2737E65D3E5}">
      <dgm:prSet/>
      <dgm:spPr/>
      <dgm:t>
        <a:bodyPr/>
        <a:lstStyle/>
        <a:p>
          <a:r>
            <a:rPr lang="en-US"/>
            <a:t>while MongoDB manages all the changing data with time meaning the data that saved doesn’t have an exact same field</a:t>
          </a:r>
        </a:p>
      </dgm:t>
    </dgm:pt>
    <dgm:pt modelId="{83094C62-BD3B-43D7-9D2B-3A304C4309E0}" type="parTrans" cxnId="{B451B060-87A4-4F3A-A0D5-22179FD003BD}">
      <dgm:prSet/>
      <dgm:spPr/>
      <dgm:t>
        <a:bodyPr/>
        <a:lstStyle/>
        <a:p>
          <a:endParaRPr lang="en-US"/>
        </a:p>
      </dgm:t>
    </dgm:pt>
    <dgm:pt modelId="{9EB09484-D377-4394-8196-105FF7ED0849}" type="sibTrans" cxnId="{B451B060-87A4-4F3A-A0D5-22179FD003BD}">
      <dgm:prSet/>
      <dgm:spPr/>
      <dgm:t>
        <a:bodyPr/>
        <a:lstStyle/>
        <a:p>
          <a:endParaRPr lang="en-US"/>
        </a:p>
      </dgm:t>
    </dgm:pt>
    <dgm:pt modelId="{7CF96B03-AC73-47FC-8FE3-79E2C2518CBB}">
      <dgm:prSet/>
      <dgm:spPr/>
      <dgm:t>
        <a:bodyPr/>
        <a:lstStyle/>
        <a:p>
          <a:r>
            <a:rPr lang="en-US"/>
            <a:t>the system has added schema flexibility so the users cannot enter empty or broken reviews.</a:t>
          </a:r>
        </a:p>
      </dgm:t>
    </dgm:pt>
    <dgm:pt modelId="{917B913A-AE5C-4172-95DA-38407D8DA58A}" type="parTrans" cxnId="{7051BCD8-3CC2-4AD0-B5B8-A0430B466E49}">
      <dgm:prSet/>
      <dgm:spPr/>
      <dgm:t>
        <a:bodyPr/>
        <a:lstStyle/>
        <a:p>
          <a:endParaRPr lang="en-US"/>
        </a:p>
      </dgm:t>
    </dgm:pt>
    <dgm:pt modelId="{514544CE-F478-4045-80E0-2457BA210AF9}" type="sibTrans" cxnId="{7051BCD8-3CC2-4AD0-B5B8-A0430B466E49}">
      <dgm:prSet/>
      <dgm:spPr/>
      <dgm:t>
        <a:bodyPr/>
        <a:lstStyle/>
        <a:p>
          <a:endParaRPr lang="en-US"/>
        </a:p>
      </dgm:t>
    </dgm:pt>
    <dgm:pt modelId="{C0D65406-4A49-4E53-82A2-4F7ABAB93A8D}" type="pres">
      <dgm:prSet presAssocID="{68A0541E-8988-44C7-B064-DB7FF3DF1585}" presName="hierChild1" presStyleCnt="0">
        <dgm:presLayoutVars>
          <dgm:chPref val="1"/>
          <dgm:dir/>
          <dgm:animOne val="branch"/>
          <dgm:animLvl val="lvl"/>
          <dgm:resizeHandles/>
        </dgm:presLayoutVars>
      </dgm:prSet>
      <dgm:spPr/>
    </dgm:pt>
    <dgm:pt modelId="{166D1295-0EA3-454F-827F-1FA1D1C1EF01}" type="pres">
      <dgm:prSet presAssocID="{D57781C0-DB6F-4492-BEF3-8AAF7B2FC291}" presName="hierRoot1" presStyleCnt="0"/>
      <dgm:spPr/>
    </dgm:pt>
    <dgm:pt modelId="{5ADBB64F-FEF3-4A6C-B934-82CC73E3865C}" type="pres">
      <dgm:prSet presAssocID="{D57781C0-DB6F-4492-BEF3-8AAF7B2FC291}" presName="composite" presStyleCnt="0"/>
      <dgm:spPr/>
    </dgm:pt>
    <dgm:pt modelId="{8E07356B-1883-4CAC-AD5E-9061A1D72E8A}" type="pres">
      <dgm:prSet presAssocID="{D57781C0-DB6F-4492-BEF3-8AAF7B2FC291}" presName="background" presStyleLbl="node0" presStyleIdx="0" presStyleCnt="3"/>
      <dgm:spPr/>
    </dgm:pt>
    <dgm:pt modelId="{E12A1606-22CC-487E-9974-CCD0389234AD}" type="pres">
      <dgm:prSet presAssocID="{D57781C0-DB6F-4492-BEF3-8AAF7B2FC291}" presName="text" presStyleLbl="fgAcc0" presStyleIdx="0" presStyleCnt="3">
        <dgm:presLayoutVars>
          <dgm:chPref val="3"/>
        </dgm:presLayoutVars>
      </dgm:prSet>
      <dgm:spPr/>
    </dgm:pt>
    <dgm:pt modelId="{7ED5F966-D359-47BB-91EC-F59384E1C371}" type="pres">
      <dgm:prSet presAssocID="{D57781C0-DB6F-4492-BEF3-8AAF7B2FC291}" presName="hierChild2" presStyleCnt="0"/>
      <dgm:spPr/>
    </dgm:pt>
    <dgm:pt modelId="{6F658BEB-DA7B-4A49-A474-48F9956CFD68}" type="pres">
      <dgm:prSet presAssocID="{B9EDE429-0E37-44B0-834B-E2737E65D3E5}" presName="hierRoot1" presStyleCnt="0"/>
      <dgm:spPr/>
    </dgm:pt>
    <dgm:pt modelId="{8533DB6B-DA23-4481-8759-C38299249153}" type="pres">
      <dgm:prSet presAssocID="{B9EDE429-0E37-44B0-834B-E2737E65D3E5}" presName="composite" presStyleCnt="0"/>
      <dgm:spPr/>
    </dgm:pt>
    <dgm:pt modelId="{FE1B369F-1D6A-48F1-A443-9C8358820092}" type="pres">
      <dgm:prSet presAssocID="{B9EDE429-0E37-44B0-834B-E2737E65D3E5}" presName="background" presStyleLbl="node0" presStyleIdx="1" presStyleCnt="3"/>
      <dgm:spPr/>
    </dgm:pt>
    <dgm:pt modelId="{0A96F2C9-588E-4605-85CF-87D225175FCA}" type="pres">
      <dgm:prSet presAssocID="{B9EDE429-0E37-44B0-834B-E2737E65D3E5}" presName="text" presStyleLbl="fgAcc0" presStyleIdx="1" presStyleCnt="3">
        <dgm:presLayoutVars>
          <dgm:chPref val="3"/>
        </dgm:presLayoutVars>
      </dgm:prSet>
      <dgm:spPr/>
    </dgm:pt>
    <dgm:pt modelId="{F2455E7C-07B9-4A81-8C1C-5ED26993CA7F}" type="pres">
      <dgm:prSet presAssocID="{B9EDE429-0E37-44B0-834B-E2737E65D3E5}" presName="hierChild2" presStyleCnt="0"/>
      <dgm:spPr/>
    </dgm:pt>
    <dgm:pt modelId="{1446A917-65C2-48F1-BFDE-B4A31523E5DE}" type="pres">
      <dgm:prSet presAssocID="{7CF96B03-AC73-47FC-8FE3-79E2C2518CBB}" presName="hierRoot1" presStyleCnt="0"/>
      <dgm:spPr/>
    </dgm:pt>
    <dgm:pt modelId="{6BBF596D-D1BF-4F86-A410-C5F4F10B2354}" type="pres">
      <dgm:prSet presAssocID="{7CF96B03-AC73-47FC-8FE3-79E2C2518CBB}" presName="composite" presStyleCnt="0"/>
      <dgm:spPr/>
    </dgm:pt>
    <dgm:pt modelId="{602F7496-DD79-4C62-AE63-696CEEA00552}" type="pres">
      <dgm:prSet presAssocID="{7CF96B03-AC73-47FC-8FE3-79E2C2518CBB}" presName="background" presStyleLbl="node0" presStyleIdx="2" presStyleCnt="3"/>
      <dgm:spPr/>
    </dgm:pt>
    <dgm:pt modelId="{EACAADC6-F496-490C-8C3E-9309E8AE6507}" type="pres">
      <dgm:prSet presAssocID="{7CF96B03-AC73-47FC-8FE3-79E2C2518CBB}" presName="text" presStyleLbl="fgAcc0" presStyleIdx="2" presStyleCnt="3">
        <dgm:presLayoutVars>
          <dgm:chPref val="3"/>
        </dgm:presLayoutVars>
      </dgm:prSet>
      <dgm:spPr/>
    </dgm:pt>
    <dgm:pt modelId="{3949130A-4521-43D4-B5DE-273E08504E1F}" type="pres">
      <dgm:prSet presAssocID="{7CF96B03-AC73-47FC-8FE3-79E2C2518CBB}" presName="hierChild2" presStyleCnt="0"/>
      <dgm:spPr/>
    </dgm:pt>
  </dgm:ptLst>
  <dgm:cxnLst>
    <dgm:cxn modelId="{F5E44A2B-F763-4FA3-9C2D-5CDE8D88BA8E}" type="presOf" srcId="{D57781C0-DB6F-4492-BEF3-8AAF7B2FC291}" destId="{E12A1606-22CC-487E-9974-CCD0389234AD}" srcOrd="0" destOrd="0" presId="urn:microsoft.com/office/officeart/2005/8/layout/hierarchy1"/>
    <dgm:cxn modelId="{B451B060-87A4-4F3A-A0D5-22179FD003BD}" srcId="{68A0541E-8988-44C7-B064-DB7FF3DF1585}" destId="{B9EDE429-0E37-44B0-834B-E2737E65D3E5}" srcOrd="1" destOrd="0" parTransId="{83094C62-BD3B-43D7-9D2B-3A304C4309E0}" sibTransId="{9EB09484-D377-4394-8196-105FF7ED0849}"/>
    <dgm:cxn modelId="{095AAD7A-9A9C-484E-9ED2-0944FD56A8DD}" type="presOf" srcId="{68A0541E-8988-44C7-B064-DB7FF3DF1585}" destId="{C0D65406-4A49-4E53-82A2-4F7ABAB93A8D}" srcOrd="0" destOrd="0" presId="urn:microsoft.com/office/officeart/2005/8/layout/hierarchy1"/>
    <dgm:cxn modelId="{9E046E93-81E4-46A4-B2FC-000B41699116}" srcId="{68A0541E-8988-44C7-B064-DB7FF3DF1585}" destId="{D57781C0-DB6F-4492-BEF3-8AAF7B2FC291}" srcOrd="0" destOrd="0" parTransId="{19DF1BF6-72B1-4C1B-BE42-A822516D8B2A}" sibTransId="{EB92E96D-31E5-4758-834A-211C2940A04A}"/>
    <dgm:cxn modelId="{A488D1AC-1545-4F3D-9614-02B8FC63BA6E}" type="presOf" srcId="{B9EDE429-0E37-44B0-834B-E2737E65D3E5}" destId="{0A96F2C9-588E-4605-85CF-87D225175FCA}" srcOrd="0" destOrd="0" presId="urn:microsoft.com/office/officeart/2005/8/layout/hierarchy1"/>
    <dgm:cxn modelId="{7051BCD8-3CC2-4AD0-B5B8-A0430B466E49}" srcId="{68A0541E-8988-44C7-B064-DB7FF3DF1585}" destId="{7CF96B03-AC73-47FC-8FE3-79E2C2518CBB}" srcOrd="2" destOrd="0" parTransId="{917B913A-AE5C-4172-95DA-38407D8DA58A}" sibTransId="{514544CE-F478-4045-80E0-2457BA210AF9}"/>
    <dgm:cxn modelId="{7707BCF2-C847-41DF-93B8-75AD66498618}" type="presOf" srcId="{7CF96B03-AC73-47FC-8FE3-79E2C2518CBB}" destId="{EACAADC6-F496-490C-8C3E-9309E8AE6507}" srcOrd="0" destOrd="0" presId="urn:microsoft.com/office/officeart/2005/8/layout/hierarchy1"/>
    <dgm:cxn modelId="{8BC1237C-9667-40FD-9FA9-DA82AE933311}" type="presParOf" srcId="{C0D65406-4A49-4E53-82A2-4F7ABAB93A8D}" destId="{166D1295-0EA3-454F-827F-1FA1D1C1EF01}" srcOrd="0" destOrd="0" presId="urn:microsoft.com/office/officeart/2005/8/layout/hierarchy1"/>
    <dgm:cxn modelId="{DE617A19-5708-4CCA-813A-525B47BB869F}" type="presParOf" srcId="{166D1295-0EA3-454F-827F-1FA1D1C1EF01}" destId="{5ADBB64F-FEF3-4A6C-B934-82CC73E3865C}" srcOrd="0" destOrd="0" presId="urn:microsoft.com/office/officeart/2005/8/layout/hierarchy1"/>
    <dgm:cxn modelId="{872E5212-C2A7-4F97-A1A3-7CCC7FF6EABE}" type="presParOf" srcId="{5ADBB64F-FEF3-4A6C-B934-82CC73E3865C}" destId="{8E07356B-1883-4CAC-AD5E-9061A1D72E8A}" srcOrd="0" destOrd="0" presId="urn:microsoft.com/office/officeart/2005/8/layout/hierarchy1"/>
    <dgm:cxn modelId="{0EDFE4E5-7419-41A9-A6B2-C7905A58F2E1}" type="presParOf" srcId="{5ADBB64F-FEF3-4A6C-B934-82CC73E3865C}" destId="{E12A1606-22CC-487E-9974-CCD0389234AD}" srcOrd="1" destOrd="0" presId="urn:microsoft.com/office/officeart/2005/8/layout/hierarchy1"/>
    <dgm:cxn modelId="{A35F41CD-4611-43D6-8418-969694AF83EC}" type="presParOf" srcId="{166D1295-0EA3-454F-827F-1FA1D1C1EF01}" destId="{7ED5F966-D359-47BB-91EC-F59384E1C371}" srcOrd="1" destOrd="0" presId="urn:microsoft.com/office/officeart/2005/8/layout/hierarchy1"/>
    <dgm:cxn modelId="{A85D9F5D-8B83-4529-B776-18E92E4474C5}" type="presParOf" srcId="{C0D65406-4A49-4E53-82A2-4F7ABAB93A8D}" destId="{6F658BEB-DA7B-4A49-A474-48F9956CFD68}" srcOrd="1" destOrd="0" presId="urn:microsoft.com/office/officeart/2005/8/layout/hierarchy1"/>
    <dgm:cxn modelId="{174232FC-BCA5-4241-A0CE-39648B0A2DCD}" type="presParOf" srcId="{6F658BEB-DA7B-4A49-A474-48F9956CFD68}" destId="{8533DB6B-DA23-4481-8759-C38299249153}" srcOrd="0" destOrd="0" presId="urn:microsoft.com/office/officeart/2005/8/layout/hierarchy1"/>
    <dgm:cxn modelId="{A375A06B-D96E-4DE2-875B-1309B02BCD69}" type="presParOf" srcId="{8533DB6B-DA23-4481-8759-C38299249153}" destId="{FE1B369F-1D6A-48F1-A443-9C8358820092}" srcOrd="0" destOrd="0" presId="urn:microsoft.com/office/officeart/2005/8/layout/hierarchy1"/>
    <dgm:cxn modelId="{C341A9AE-DDCF-4285-94B2-53A48DEF8677}" type="presParOf" srcId="{8533DB6B-DA23-4481-8759-C38299249153}" destId="{0A96F2C9-588E-4605-85CF-87D225175FCA}" srcOrd="1" destOrd="0" presId="urn:microsoft.com/office/officeart/2005/8/layout/hierarchy1"/>
    <dgm:cxn modelId="{DBE3A83F-E5D4-4E4A-B27C-20C105C79A3F}" type="presParOf" srcId="{6F658BEB-DA7B-4A49-A474-48F9956CFD68}" destId="{F2455E7C-07B9-4A81-8C1C-5ED26993CA7F}" srcOrd="1" destOrd="0" presId="urn:microsoft.com/office/officeart/2005/8/layout/hierarchy1"/>
    <dgm:cxn modelId="{E616BDE3-0405-4498-A53E-6E65DA4E91D7}" type="presParOf" srcId="{C0D65406-4A49-4E53-82A2-4F7ABAB93A8D}" destId="{1446A917-65C2-48F1-BFDE-B4A31523E5DE}" srcOrd="2" destOrd="0" presId="urn:microsoft.com/office/officeart/2005/8/layout/hierarchy1"/>
    <dgm:cxn modelId="{7F48516D-533D-4EE5-B551-52CCBB3FF871}" type="presParOf" srcId="{1446A917-65C2-48F1-BFDE-B4A31523E5DE}" destId="{6BBF596D-D1BF-4F86-A410-C5F4F10B2354}" srcOrd="0" destOrd="0" presId="urn:microsoft.com/office/officeart/2005/8/layout/hierarchy1"/>
    <dgm:cxn modelId="{1D86AAE7-1890-4B1B-9E2F-E669CD5E2D8A}" type="presParOf" srcId="{6BBF596D-D1BF-4F86-A410-C5F4F10B2354}" destId="{602F7496-DD79-4C62-AE63-696CEEA00552}" srcOrd="0" destOrd="0" presId="urn:microsoft.com/office/officeart/2005/8/layout/hierarchy1"/>
    <dgm:cxn modelId="{4C71513C-2643-478A-9CEF-F98413E78DFF}" type="presParOf" srcId="{6BBF596D-D1BF-4F86-A410-C5F4F10B2354}" destId="{EACAADC6-F496-490C-8C3E-9309E8AE6507}" srcOrd="1" destOrd="0" presId="urn:microsoft.com/office/officeart/2005/8/layout/hierarchy1"/>
    <dgm:cxn modelId="{DAA9494C-C656-4ABD-8DDF-B4C7439B32EC}" type="presParOf" srcId="{1446A917-65C2-48F1-BFDE-B4A31523E5DE}" destId="{3949130A-4521-43D4-B5DE-273E08504E1F}"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CBCDCD-5B84-42E3-9D8B-AA75D6F0320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1207AD3-E6AC-40DB-98F8-84596752833C}">
      <dgm:prSet/>
      <dgm:spPr/>
      <dgm:t>
        <a:bodyPr/>
        <a:lstStyle/>
        <a:p>
          <a:r>
            <a:rPr lang="en-US"/>
            <a:t>Smartmove system is a combined architecture(hybrid architecture) </a:t>
          </a:r>
        </a:p>
      </dgm:t>
    </dgm:pt>
    <dgm:pt modelId="{C26B95A2-469C-4571-81D4-945257D15F95}" type="parTrans" cxnId="{0ECD8260-FD02-4044-92CD-E535832FEE0C}">
      <dgm:prSet/>
      <dgm:spPr/>
      <dgm:t>
        <a:bodyPr/>
        <a:lstStyle/>
        <a:p>
          <a:endParaRPr lang="en-US"/>
        </a:p>
      </dgm:t>
    </dgm:pt>
    <dgm:pt modelId="{7A7A884E-75D2-4D83-BBEB-D6D69DB376AB}" type="sibTrans" cxnId="{0ECD8260-FD02-4044-92CD-E535832FEE0C}">
      <dgm:prSet/>
      <dgm:spPr/>
      <dgm:t>
        <a:bodyPr/>
        <a:lstStyle/>
        <a:p>
          <a:endParaRPr lang="en-US"/>
        </a:p>
      </dgm:t>
    </dgm:pt>
    <dgm:pt modelId="{4C3202FB-28EC-47A7-A477-2D0EB66971B9}">
      <dgm:prSet/>
      <dgm:spPr/>
      <dgm:t>
        <a:bodyPr/>
        <a:lstStyle/>
        <a:p>
          <a:r>
            <a:rPr lang="en-US"/>
            <a:t>Oracle database handle all the financial and user login and the MongoDB handles all the user communications and the interactions.</a:t>
          </a:r>
        </a:p>
      </dgm:t>
    </dgm:pt>
    <dgm:pt modelId="{69F95CEB-1F42-45E2-A2CB-726307FFFA11}" type="parTrans" cxnId="{F59E64AC-68A2-45C6-A6F3-F1F9294ADE74}">
      <dgm:prSet/>
      <dgm:spPr/>
      <dgm:t>
        <a:bodyPr/>
        <a:lstStyle/>
        <a:p>
          <a:endParaRPr lang="en-US"/>
        </a:p>
      </dgm:t>
    </dgm:pt>
    <dgm:pt modelId="{F0125F7A-8307-4C91-A41C-FBC2BC664C16}" type="sibTrans" cxnId="{F59E64AC-68A2-45C6-A6F3-F1F9294ADE74}">
      <dgm:prSet/>
      <dgm:spPr/>
      <dgm:t>
        <a:bodyPr/>
        <a:lstStyle/>
        <a:p>
          <a:endParaRPr lang="en-US"/>
        </a:p>
      </dgm:t>
    </dgm:pt>
    <dgm:pt modelId="{6096139A-B24C-4DAA-869C-D388FBCBA40C}">
      <dgm:prSet/>
      <dgm:spPr/>
      <dgm:t>
        <a:bodyPr/>
        <a:lstStyle/>
        <a:p>
          <a:r>
            <a:rPr lang="en-US"/>
            <a:t>The system creates highly efficient , real time transportation platform. </a:t>
          </a:r>
        </a:p>
      </dgm:t>
    </dgm:pt>
    <dgm:pt modelId="{8E63E9EF-AB1E-4049-9003-38A8A95C685C}" type="parTrans" cxnId="{1154B4AA-D655-4B2F-B2A6-07022024C5AA}">
      <dgm:prSet/>
      <dgm:spPr/>
      <dgm:t>
        <a:bodyPr/>
        <a:lstStyle/>
        <a:p>
          <a:endParaRPr lang="en-US"/>
        </a:p>
      </dgm:t>
    </dgm:pt>
    <dgm:pt modelId="{FD16990B-561C-4CAA-94B2-3546CA874D28}" type="sibTrans" cxnId="{1154B4AA-D655-4B2F-B2A6-07022024C5AA}">
      <dgm:prSet/>
      <dgm:spPr/>
      <dgm:t>
        <a:bodyPr/>
        <a:lstStyle/>
        <a:p>
          <a:endParaRPr lang="en-US"/>
        </a:p>
      </dgm:t>
    </dgm:pt>
    <dgm:pt modelId="{21F05F93-5B5A-4DF5-9F0E-8605476FDA29}" type="pres">
      <dgm:prSet presAssocID="{44CBCDCD-5B84-42E3-9D8B-AA75D6F0320B}" presName="root" presStyleCnt="0">
        <dgm:presLayoutVars>
          <dgm:dir/>
          <dgm:resizeHandles val="exact"/>
        </dgm:presLayoutVars>
      </dgm:prSet>
      <dgm:spPr/>
    </dgm:pt>
    <dgm:pt modelId="{B7E2683F-0F81-4EED-9602-343FD1B0E012}" type="pres">
      <dgm:prSet presAssocID="{B1207AD3-E6AC-40DB-98F8-84596752833C}" presName="compNode" presStyleCnt="0"/>
      <dgm:spPr/>
    </dgm:pt>
    <dgm:pt modelId="{36AB35B5-D4F5-4F21-9528-C2F183ACACC9}" type="pres">
      <dgm:prSet presAssocID="{B1207AD3-E6AC-40DB-98F8-84596752833C}" presName="bgRect" presStyleLbl="bgShp" presStyleIdx="0" presStyleCnt="3"/>
      <dgm:spPr/>
    </dgm:pt>
    <dgm:pt modelId="{BC683DE7-41A1-4727-B136-48B0398E7503}" type="pres">
      <dgm:prSet presAssocID="{B1207AD3-E6AC-40DB-98F8-84596752833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erver"/>
        </a:ext>
      </dgm:extLst>
    </dgm:pt>
    <dgm:pt modelId="{FD9FBBA7-1E8E-4F3A-88D9-E35DA0C6F693}" type="pres">
      <dgm:prSet presAssocID="{B1207AD3-E6AC-40DB-98F8-84596752833C}" presName="spaceRect" presStyleCnt="0"/>
      <dgm:spPr/>
    </dgm:pt>
    <dgm:pt modelId="{7FDE4C46-33C2-4F15-B883-4DBC40FC9BD1}" type="pres">
      <dgm:prSet presAssocID="{B1207AD3-E6AC-40DB-98F8-84596752833C}" presName="parTx" presStyleLbl="revTx" presStyleIdx="0" presStyleCnt="3">
        <dgm:presLayoutVars>
          <dgm:chMax val="0"/>
          <dgm:chPref val="0"/>
        </dgm:presLayoutVars>
      </dgm:prSet>
      <dgm:spPr/>
    </dgm:pt>
    <dgm:pt modelId="{56E6525D-8D85-4ACC-B4ED-EDE909D94CDF}" type="pres">
      <dgm:prSet presAssocID="{7A7A884E-75D2-4D83-BBEB-D6D69DB376AB}" presName="sibTrans" presStyleCnt="0"/>
      <dgm:spPr/>
    </dgm:pt>
    <dgm:pt modelId="{348B4964-8D61-4E87-B19B-75C6BB07BC03}" type="pres">
      <dgm:prSet presAssocID="{4C3202FB-28EC-47A7-A477-2D0EB66971B9}" presName="compNode" presStyleCnt="0"/>
      <dgm:spPr/>
    </dgm:pt>
    <dgm:pt modelId="{BEF9EA96-68FA-4251-8E79-B47E99013767}" type="pres">
      <dgm:prSet presAssocID="{4C3202FB-28EC-47A7-A477-2D0EB66971B9}" presName="bgRect" presStyleLbl="bgShp" presStyleIdx="1" presStyleCnt="3"/>
      <dgm:spPr/>
    </dgm:pt>
    <dgm:pt modelId="{D8C91094-42D7-4979-996B-AC7545532834}" type="pres">
      <dgm:prSet presAssocID="{4C3202FB-28EC-47A7-A477-2D0EB66971B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46450B7-0777-452A-9F36-5226236F141B}" type="pres">
      <dgm:prSet presAssocID="{4C3202FB-28EC-47A7-A477-2D0EB66971B9}" presName="spaceRect" presStyleCnt="0"/>
      <dgm:spPr/>
    </dgm:pt>
    <dgm:pt modelId="{8E844769-202E-4FDF-BBC5-6623C39D5993}" type="pres">
      <dgm:prSet presAssocID="{4C3202FB-28EC-47A7-A477-2D0EB66971B9}" presName="parTx" presStyleLbl="revTx" presStyleIdx="1" presStyleCnt="3">
        <dgm:presLayoutVars>
          <dgm:chMax val="0"/>
          <dgm:chPref val="0"/>
        </dgm:presLayoutVars>
      </dgm:prSet>
      <dgm:spPr/>
    </dgm:pt>
    <dgm:pt modelId="{B9B53BAE-0DDD-4A2C-83EC-1DE64808631D}" type="pres">
      <dgm:prSet presAssocID="{F0125F7A-8307-4C91-A41C-FBC2BC664C16}" presName="sibTrans" presStyleCnt="0"/>
      <dgm:spPr/>
    </dgm:pt>
    <dgm:pt modelId="{D863C8A1-ABAE-4D6F-8034-07F5A4E2D2C5}" type="pres">
      <dgm:prSet presAssocID="{6096139A-B24C-4DAA-869C-D388FBCBA40C}" presName="compNode" presStyleCnt="0"/>
      <dgm:spPr/>
    </dgm:pt>
    <dgm:pt modelId="{16572C53-48CF-4C06-8F41-43F8174B52A8}" type="pres">
      <dgm:prSet presAssocID="{6096139A-B24C-4DAA-869C-D388FBCBA40C}" presName="bgRect" presStyleLbl="bgShp" presStyleIdx="2" presStyleCnt="3"/>
      <dgm:spPr/>
    </dgm:pt>
    <dgm:pt modelId="{5ECB0FEC-CBA3-4CC2-920A-958FBD206646}" type="pres">
      <dgm:prSet presAssocID="{6096139A-B24C-4DAA-869C-D388FBCBA40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axi"/>
        </a:ext>
      </dgm:extLst>
    </dgm:pt>
    <dgm:pt modelId="{B16213A1-8C0A-43EB-947C-DFD3FFF812DC}" type="pres">
      <dgm:prSet presAssocID="{6096139A-B24C-4DAA-869C-D388FBCBA40C}" presName="spaceRect" presStyleCnt="0"/>
      <dgm:spPr/>
    </dgm:pt>
    <dgm:pt modelId="{7436E6B0-E270-4BCD-A116-C498FEA94366}" type="pres">
      <dgm:prSet presAssocID="{6096139A-B24C-4DAA-869C-D388FBCBA40C}" presName="parTx" presStyleLbl="revTx" presStyleIdx="2" presStyleCnt="3">
        <dgm:presLayoutVars>
          <dgm:chMax val="0"/>
          <dgm:chPref val="0"/>
        </dgm:presLayoutVars>
      </dgm:prSet>
      <dgm:spPr/>
    </dgm:pt>
  </dgm:ptLst>
  <dgm:cxnLst>
    <dgm:cxn modelId="{4DC4F806-2A52-415D-B703-79D4F9AA3C33}" type="presOf" srcId="{B1207AD3-E6AC-40DB-98F8-84596752833C}" destId="{7FDE4C46-33C2-4F15-B883-4DBC40FC9BD1}" srcOrd="0" destOrd="0" presId="urn:microsoft.com/office/officeart/2018/2/layout/IconVerticalSolidList"/>
    <dgm:cxn modelId="{0ECD8260-FD02-4044-92CD-E535832FEE0C}" srcId="{44CBCDCD-5B84-42E3-9D8B-AA75D6F0320B}" destId="{B1207AD3-E6AC-40DB-98F8-84596752833C}" srcOrd="0" destOrd="0" parTransId="{C26B95A2-469C-4571-81D4-945257D15F95}" sibTransId="{7A7A884E-75D2-4D83-BBEB-D6D69DB376AB}"/>
    <dgm:cxn modelId="{480EB057-EC42-40E0-AF2A-3683909AD5DD}" type="presOf" srcId="{44CBCDCD-5B84-42E3-9D8B-AA75D6F0320B}" destId="{21F05F93-5B5A-4DF5-9F0E-8605476FDA29}" srcOrd="0" destOrd="0" presId="urn:microsoft.com/office/officeart/2018/2/layout/IconVerticalSolidList"/>
    <dgm:cxn modelId="{AA1F805A-2BCF-4E90-A67E-264AD45B793A}" type="presOf" srcId="{6096139A-B24C-4DAA-869C-D388FBCBA40C}" destId="{7436E6B0-E270-4BCD-A116-C498FEA94366}" srcOrd="0" destOrd="0" presId="urn:microsoft.com/office/officeart/2018/2/layout/IconVerticalSolidList"/>
    <dgm:cxn modelId="{64A7199F-1689-423C-AC05-3A9444C7312E}" type="presOf" srcId="{4C3202FB-28EC-47A7-A477-2D0EB66971B9}" destId="{8E844769-202E-4FDF-BBC5-6623C39D5993}" srcOrd="0" destOrd="0" presId="urn:microsoft.com/office/officeart/2018/2/layout/IconVerticalSolidList"/>
    <dgm:cxn modelId="{1154B4AA-D655-4B2F-B2A6-07022024C5AA}" srcId="{44CBCDCD-5B84-42E3-9D8B-AA75D6F0320B}" destId="{6096139A-B24C-4DAA-869C-D388FBCBA40C}" srcOrd="2" destOrd="0" parTransId="{8E63E9EF-AB1E-4049-9003-38A8A95C685C}" sibTransId="{FD16990B-561C-4CAA-94B2-3546CA874D28}"/>
    <dgm:cxn modelId="{F59E64AC-68A2-45C6-A6F3-F1F9294ADE74}" srcId="{44CBCDCD-5B84-42E3-9D8B-AA75D6F0320B}" destId="{4C3202FB-28EC-47A7-A477-2D0EB66971B9}" srcOrd="1" destOrd="0" parTransId="{69F95CEB-1F42-45E2-A2CB-726307FFFA11}" sibTransId="{F0125F7A-8307-4C91-A41C-FBC2BC664C16}"/>
    <dgm:cxn modelId="{D1F87377-DD82-4685-9CC4-D1C87EC9BF42}" type="presParOf" srcId="{21F05F93-5B5A-4DF5-9F0E-8605476FDA29}" destId="{B7E2683F-0F81-4EED-9602-343FD1B0E012}" srcOrd="0" destOrd="0" presId="urn:microsoft.com/office/officeart/2018/2/layout/IconVerticalSolidList"/>
    <dgm:cxn modelId="{91AF5B6B-CC27-4E18-841C-73B39F5A8A5D}" type="presParOf" srcId="{B7E2683F-0F81-4EED-9602-343FD1B0E012}" destId="{36AB35B5-D4F5-4F21-9528-C2F183ACACC9}" srcOrd="0" destOrd="0" presId="urn:microsoft.com/office/officeart/2018/2/layout/IconVerticalSolidList"/>
    <dgm:cxn modelId="{9DD3D431-25CF-4AAD-91EE-F0569D7C2ABB}" type="presParOf" srcId="{B7E2683F-0F81-4EED-9602-343FD1B0E012}" destId="{BC683DE7-41A1-4727-B136-48B0398E7503}" srcOrd="1" destOrd="0" presId="urn:microsoft.com/office/officeart/2018/2/layout/IconVerticalSolidList"/>
    <dgm:cxn modelId="{E9560691-4FF7-4513-8D50-F9609AE59645}" type="presParOf" srcId="{B7E2683F-0F81-4EED-9602-343FD1B0E012}" destId="{FD9FBBA7-1E8E-4F3A-88D9-E35DA0C6F693}" srcOrd="2" destOrd="0" presId="urn:microsoft.com/office/officeart/2018/2/layout/IconVerticalSolidList"/>
    <dgm:cxn modelId="{D8E30564-BBC5-4DEA-9759-F446F451CB77}" type="presParOf" srcId="{B7E2683F-0F81-4EED-9602-343FD1B0E012}" destId="{7FDE4C46-33C2-4F15-B883-4DBC40FC9BD1}" srcOrd="3" destOrd="0" presId="urn:microsoft.com/office/officeart/2018/2/layout/IconVerticalSolidList"/>
    <dgm:cxn modelId="{E496D3DA-9A6D-4A69-8A14-3DC1516AF15A}" type="presParOf" srcId="{21F05F93-5B5A-4DF5-9F0E-8605476FDA29}" destId="{56E6525D-8D85-4ACC-B4ED-EDE909D94CDF}" srcOrd="1" destOrd="0" presId="urn:microsoft.com/office/officeart/2018/2/layout/IconVerticalSolidList"/>
    <dgm:cxn modelId="{08605C4C-1C49-4DDF-BA88-E7B7544C844E}" type="presParOf" srcId="{21F05F93-5B5A-4DF5-9F0E-8605476FDA29}" destId="{348B4964-8D61-4E87-B19B-75C6BB07BC03}" srcOrd="2" destOrd="0" presId="urn:microsoft.com/office/officeart/2018/2/layout/IconVerticalSolidList"/>
    <dgm:cxn modelId="{43DABFB3-8FDB-4279-9182-53A6CD446A0E}" type="presParOf" srcId="{348B4964-8D61-4E87-B19B-75C6BB07BC03}" destId="{BEF9EA96-68FA-4251-8E79-B47E99013767}" srcOrd="0" destOrd="0" presId="urn:microsoft.com/office/officeart/2018/2/layout/IconVerticalSolidList"/>
    <dgm:cxn modelId="{0FC7A67C-3B13-408A-8B12-A31D5B99676E}" type="presParOf" srcId="{348B4964-8D61-4E87-B19B-75C6BB07BC03}" destId="{D8C91094-42D7-4979-996B-AC7545532834}" srcOrd="1" destOrd="0" presId="urn:microsoft.com/office/officeart/2018/2/layout/IconVerticalSolidList"/>
    <dgm:cxn modelId="{CD549D33-386F-4986-9B90-3F4CA07536A9}" type="presParOf" srcId="{348B4964-8D61-4E87-B19B-75C6BB07BC03}" destId="{E46450B7-0777-452A-9F36-5226236F141B}" srcOrd="2" destOrd="0" presId="urn:microsoft.com/office/officeart/2018/2/layout/IconVerticalSolidList"/>
    <dgm:cxn modelId="{BDAADF3D-43C6-4ADC-9380-49DE0DC47985}" type="presParOf" srcId="{348B4964-8D61-4E87-B19B-75C6BB07BC03}" destId="{8E844769-202E-4FDF-BBC5-6623C39D5993}" srcOrd="3" destOrd="0" presId="urn:microsoft.com/office/officeart/2018/2/layout/IconVerticalSolidList"/>
    <dgm:cxn modelId="{ABA533D5-32E6-449A-B451-659F357E2EA6}" type="presParOf" srcId="{21F05F93-5B5A-4DF5-9F0E-8605476FDA29}" destId="{B9B53BAE-0DDD-4A2C-83EC-1DE64808631D}" srcOrd="3" destOrd="0" presId="urn:microsoft.com/office/officeart/2018/2/layout/IconVerticalSolidList"/>
    <dgm:cxn modelId="{27C47313-B786-42D8-BBC6-81E23F901A5E}" type="presParOf" srcId="{21F05F93-5B5A-4DF5-9F0E-8605476FDA29}" destId="{D863C8A1-ABAE-4D6F-8034-07F5A4E2D2C5}" srcOrd="4" destOrd="0" presId="urn:microsoft.com/office/officeart/2018/2/layout/IconVerticalSolidList"/>
    <dgm:cxn modelId="{D9DE236F-F740-46AE-898D-C329A90B5B48}" type="presParOf" srcId="{D863C8A1-ABAE-4D6F-8034-07F5A4E2D2C5}" destId="{16572C53-48CF-4C06-8F41-43F8174B52A8}" srcOrd="0" destOrd="0" presId="urn:microsoft.com/office/officeart/2018/2/layout/IconVerticalSolidList"/>
    <dgm:cxn modelId="{35B3C3FE-167E-4991-A5DE-4CB164CA752A}" type="presParOf" srcId="{D863C8A1-ABAE-4D6F-8034-07F5A4E2D2C5}" destId="{5ECB0FEC-CBA3-4CC2-920A-958FBD206646}" srcOrd="1" destOrd="0" presId="urn:microsoft.com/office/officeart/2018/2/layout/IconVerticalSolidList"/>
    <dgm:cxn modelId="{1C1856B5-D867-454A-81C0-CD95432C3846}" type="presParOf" srcId="{D863C8A1-ABAE-4D6F-8034-07F5A4E2D2C5}" destId="{B16213A1-8C0A-43EB-947C-DFD3FFF812DC}" srcOrd="2" destOrd="0" presId="urn:microsoft.com/office/officeart/2018/2/layout/IconVerticalSolidList"/>
    <dgm:cxn modelId="{2D6FEA3B-A646-4A63-92A7-681A5A6962D4}" type="presParOf" srcId="{D863C8A1-ABAE-4D6F-8034-07F5A4E2D2C5}" destId="{7436E6B0-E270-4BCD-A116-C498FEA9436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0255C7-6D25-40AF-A94A-7A511FE21E6A}">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1A4296-1145-4442-9D2C-27F4AC5C4D29}">
      <dsp:nvSpPr>
        <dsp:cNvPr id="0" name=""/>
        <dsp:cNvSpPr/>
      </dsp:nvSpPr>
      <dsp:spPr>
        <a:xfrm>
          <a:off x="0" y="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SmartMove transportation systems follow nine co-operational areas that we can divide into three categories</a:t>
          </a:r>
        </a:p>
      </dsp:txBody>
      <dsp:txXfrm>
        <a:off x="0" y="0"/>
        <a:ext cx="6900512" cy="1384035"/>
      </dsp:txXfrm>
    </dsp:sp>
    <dsp:sp modelId="{B1ED00FF-018F-4F3F-8512-2F256372DE30}">
      <dsp:nvSpPr>
        <dsp:cNvPr id="0" name=""/>
        <dsp:cNvSpPr/>
      </dsp:nvSpPr>
      <dsp:spPr>
        <a:xfrm>
          <a:off x="0" y="1384035"/>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C376F6-462F-42DA-A565-1875BC3927A0}">
      <dsp:nvSpPr>
        <dsp:cNvPr id="0" name=""/>
        <dsp:cNvSpPr/>
      </dsp:nvSpPr>
      <dsp:spPr>
        <a:xfrm>
          <a:off x="0" y="138403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1 Master Data – driver , route , vehicle, passenger management</a:t>
          </a:r>
        </a:p>
      </dsp:txBody>
      <dsp:txXfrm>
        <a:off x="0" y="1384035"/>
        <a:ext cx="6900512" cy="1384035"/>
      </dsp:txXfrm>
    </dsp:sp>
    <dsp:sp modelId="{20C026C3-3BE2-4D80-B352-357D8C424436}">
      <dsp:nvSpPr>
        <dsp:cNvPr id="0" name=""/>
        <dsp:cNvSpPr/>
      </dsp:nvSpPr>
      <dsp:spPr>
        <a:xfrm>
          <a:off x="0" y="2768070"/>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10CCB8-0EDB-462D-9F28-FADDC16413C4}">
      <dsp:nvSpPr>
        <dsp:cNvPr id="0" name=""/>
        <dsp:cNvSpPr/>
      </dsp:nvSpPr>
      <dsp:spPr>
        <a:xfrm>
          <a:off x="0" y="2768070"/>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dirty="0"/>
            <a:t>2 Transactional Data – trip scheduling , ticket booking, payment, maintenance management </a:t>
          </a:r>
        </a:p>
      </dsp:txBody>
      <dsp:txXfrm>
        <a:off x="0" y="2768070"/>
        <a:ext cx="6900512" cy="1384035"/>
      </dsp:txXfrm>
    </dsp:sp>
    <dsp:sp modelId="{BB2C309C-F1D1-4DB1-84E8-6FC8C54B8A87}">
      <dsp:nvSpPr>
        <dsp:cNvPr id="0" name=""/>
        <dsp:cNvSpPr/>
      </dsp:nvSpPr>
      <dsp:spPr>
        <a:xfrm>
          <a:off x="0" y="4152105"/>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228ACD-92DC-4855-8C87-19AEC2BBD6D3}">
      <dsp:nvSpPr>
        <dsp:cNvPr id="0" name=""/>
        <dsp:cNvSpPr/>
      </dsp:nvSpPr>
      <dsp:spPr>
        <a:xfrm>
          <a:off x="0" y="4152105"/>
          <a:ext cx="6900512" cy="1384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3 Dynamic Data – feedback and review management </a:t>
          </a:r>
          <a:endParaRPr lang="en-US" sz="2700" kern="1200" dirty="0"/>
        </a:p>
      </dsp:txBody>
      <dsp:txXfrm>
        <a:off x="0" y="4152105"/>
        <a:ext cx="6900512" cy="13840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66A710-4814-4490-92DC-3ED12970EBC2}">
      <dsp:nvSpPr>
        <dsp:cNvPr id="0" name=""/>
        <dsp:cNvSpPr/>
      </dsp:nvSpPr>
      <dsp:spPr>
        <a:xfrm>
          <a:off x="679050" y="376937"/>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CEBD6B-289F-4983-9709-D58435D3D896}">
      <dsp:nvSpPr>
        <dsp:cNvPr id="0" name=""/>
        <dsp:cNvSpPr/>
      </dsp:nvSpPr>
      <dsp:spPr>
        <a:xfrm>
          <a:off x="1081237"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C3C74E3-1EA5-4C3B-A9A7-AB65087A620B}">
      <dsp:nvSpPr>
        <dsp:cNvPr id="0" name=""/>
        <dsp:cNvSpPr/>
      </dsp:nvSpPr>
      <dsp:spPr>
        <a:xfrm>
          <a:off x="75768"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As foundational entities in the er diagram we have passenger , driver , vehicle and route and these tables managed by Oracle sequences. </a:t>
          </a:r>
        </a:p>
      </dsp:txBody>
      <dsp:txXfrm>
        <a:off x="75768" y="2851938"/>
        <a:ext cx="3093750" cy="720000"/>
      </dsp:txXfrm>
    </dsp:sp>
    <dsp:sp modelId="{3A209D8C-3782-4070-8425-638299F46DFD}">
      <dsp:nvSpPr>
        <dsp:cNvPr id="0" name=""/>
        <dsp:cNvSpPr/>
      </dsp:nvSpPr>
      <dsp:spPr>
        <a:xfrm>
          <a:off x="4314206" y="376937"/>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68EAA5-FAF3-492D-AD8F-019B68F3B7B0}">
      <dsp:nvSpPr>
        <dsp:cNvPr id="0" name=""/>
        <dsp:cNvSpPr/>
      </dsp:nvSpPr>
      <dsp:spPr>
        <a:xfrm>
          <a:off x="4716393"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00212D-15EB-4303-A7A9-F299B303B891}">
      <dsp:nvSpPr>
        <dsp:cNvPr id="0" name=""/>
        <dsp:cNvSpPr/>
      </dsp:nvSpPr>
      <dsp:spPr>
        <a:xfrm>
          <a:off x="3710925"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Transactional entities trip, booking, payment , and maintenance entities are lined to foundational entities using foreign keys.</a:t>
          </a:r>
        </a:p>
      </dsp:txBody>
      <dsp:txXfrm>
        <a:off x="3710925" y="2851938"/>
        <a:ext cx="3093750" cy="720000"/>
      </dsp:txXfrm>
    </dsp:sp>
    <dsp:sp modelId="{19938D7F-7211-4C1E-B76F-D8F35E105F29}">
      <dsp:nvSpPr>
        <dsp:cNvPr id="0" name=""/>
        <dsp:cNvSpPr/>
      </dsp:nvSpPr>
      <dsp:spPr>
        <a:xfrm>
          <a:off x="7949362" y="376937"/>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A5C998-B4AC-47BB-9443-6335CDE7A97D}">
      <dsp:nvSpPr>
        <dsp:cNvPr id="0" name=""/>
        <dsp:cNvSpPr/>
      </dsp:nvSpPr>
      <dsp:spPr>
        <a:xfrm>
          <a:off x="8351550" y="779125"/>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7B5601-1D2C-49E2-ABD5-859930C0A6A7}">
      <dsp:nvSpPr>
        <dsp:cNvPr id="0" name=""/>
        <dsp:cNvSpPr/>
      </dsp:nvSpPr>
      <dsp:spPr>
        <a:xfrm>
          <a:off x="7346081" y="2851938"/>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US" sz="1200" kern="1200"/>
            <a:t>Security roles restrict to DML operations to ensure the application layer only accesses necessary data securely. </a:t>
          </a:r>
        </a:p>
      </dsp:txBody>
      <dsp:txXfrm>
        <a:off x="7346081" y="2851938"/>
        <a:ext cx="30937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07356B-1883-4CAC-AD5E-9061A1D72E8A}">
      <dsp:nvSpPr>
        <dsp:cNvPr id="0" name=""/>
        <dsp:cNvSpPr/>
      </dsp:nvSpPr>
      <dsp:spPr>
        <a:xfrm>
          <a:off x="0"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2A1606-22CC-487E-9974-CCD0389234AD}">
      <dsp:nvSpPr>
        <dsp:cNvPr id="0" name=""/>
        <dsp:cNvSpPr/>
      </dsp:nvSpPr>
      <dsp:spPr>
        <a:xfrm>
          <a:off x="341494"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Oracle handles all the business data that cannot lead to any mistakes as examples payments , ticket booking and user accounts.</a:t>
          </a:r>
        </a:p>
      </dsp:txBody>
      <dsp:txXfrm>
        <a:off x="398656" y="1088253"/>
        <a:ext cx="2959127" cy="1837317"/>
      </dsp:txXfrm>
    </dsp:sp>
    <dsp:sp modelId="{FE1B369F-1D6A-48F1-A443-9C8358820092}">
      <dsp:nvSpPr>
        <dsp:cNvPr id="0" name=""/>
        <dsp:cNvSpPr/>
      </dsp:nvSpPr>
      <dsp:spPr>
        <a:xfrm>
          <a:off x="3756441"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96F2C9-588E-4605-85CF-87D225175FCA}">
      <dsp:nvSpPr>
        <dsp:cNvPr id="0" name=""/>
        <dsp:cNvSpPr/>
      </dsp:nvSpPr>
      <dsp:spPr>
        <a:xfrm>
          <a:off x="4097935"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while MongoDB manages all the changing data with time meaning the data that saved doesn’t have an exact same field</a:t>
          </a:r>
        </a:p>
      </dsp:txBody>
      <dsp:txXfrm>
        <a:off x="4155097" y="1088253"/>
        <a:ext cx="2959127" cy="1837317"/>
      </dsp:txXfrm>
    </dsp:sp>
    <dsp:sp modelId="{602F7496-DD79-4C62-AE63-696CEEA00552}">
      <dsp:nvSpPr>
        <dsp:cNvPr id="0" name=""/>
        <dsp:cNvSpPr/>
      </dsp:nvSpPr>
      <dsp:spPr>
        <a:xfrm>
          <a:off x="7512882"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CAADC6-F496-490C-8C3E-9309E8AE6507}">
      <dsp:nvSpPr>
        <dsp:cNvPr id="0" name=""/>
        <dsp:cNvSpPr/>
      </dsp:nvSpPr>
      <dsp:spPr>
        <a:xfrm>
          <a:off x="7854377"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the system has added schema flexibility so the users cannot enter empty or broken reviews.</a:t>
          </a:r>
        </a:p>
      </dsp:txBody>
      <dsp:txXfrm>
        <a:off x="7911539" y="1088253"/>
        <a:ext cx="2959127" cy="18373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AB35B5-D4F5-4F21-9528-C2F183ACACC9}">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683DE7-41A1-4727-B136-48B0398E7503}">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DE4C46-33C2-4F15-B883-4DBC40FC9BD1}">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Smartmove system is a combined architecture(hybrid architecture) </a:t>
          </a:r>
        </a:p>
      </dsp:txBody>
      <dsp:txXfrm>
        <a:off x="1437631" y="531"/>
        <a:ext cx="9077968" cy="1244702"/>
      </dsp:txXfrm>
    </dsp:sp>
    <dsp:sp modelId="{BEF9EA96-68FA-4251-8E79-B47E99013767}">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C91094-42D7-4979-996B-AC7545532834}">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844769-202E-4FDF-BBC5-6623C39D5993}">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Oracle database handle all the financial and user login and the MongoDB handles all the user communications and the interactions.</a:t>
          </a:r>
        </a:p>
      </dsp:txBody>
      <dsp:txXfrm>
        <a:off x="1437631" y="1556410"/>
        <a:ext cx="9077968" cy="1244702"/>
      </dsp:txXfrm>
    </dsp:sp>
    <dsp:sp modelId="{16572C53-48CF-4C06-8F41-43F8174B52A8}">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ECB0FEC-CBA3-4CC2-920A-958FBD206646}">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436E6B0-E270-4BCD-A116-C498FEA94366}">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The system creates highly efficient , real time transportation platform. </a:t>
          </a:r>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694C3-3A87-B4C3-FA02-20D0EBEA9A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BC12AF-51F5-5DBD-4BB5-C76E188DE3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9CE680-9657-E7E1-45F3-0F7E90BDB58F}"/>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5" name="Footer Placeholder 4">
            <a:extLst>
              <a:ext uri="{FF2B5EF4-FFF2-40B4-BE49-F238E27FC236}">
                <a16:creationId xmlns:a16="http://schemas.microsoft.com/office/drawing/2014/main" id="{31AF01C7-A21B-EFA7-517E-17EEAAD2A2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0A10FA-A0E9-91BF-7C3A-9B4EB7C2598A}"/>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4075084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23C7-0738-3AF3-70B0-6C88E4EDA6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2A6BA7-7640-C33C-862D-FDEB7D4FF6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E25792-CACC-DFF1-2A8F-1C9B10E46B1F}"/>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5" name="Footer Placeholder 4">
            <a:extLst>
              <a:ext uri="{FF2B5EF4-FFF2-40B4-BE49-F238E27FC236}">
                <a16:creationId xmlns:a16="http://schemas.microsoft.com/office/drawing/2014/main" id="{E1EC5A90-8192-1508-1255-E1C5DF17F0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88C3-9ECC-877D-87B3-3EFAD49FEA9A}"/>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1889473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907FB-D720-51D8-36CA-F0B9466054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DDC81C-7BEF-4202-4D0D-9245EF10C45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EA02B27-9FD8-1695-823A-278A232251F5}"/>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5" name="Footer Placeholder 4">
            <a:extLst>
              <a:ext uri="{FF2B5EF4-FFF2-40B4-BE49-F238E27FC236}">
                <a16:creationId xmlns:a16="http://schemas.microsoft.com/office/drawing/2014/main" id="{DA9A6EE3-E93C-60E2-AB8C-5606C7002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69F61D-98F9-DFD5-AB3C-E78AF70E6E37}"/>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3961068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7A1A5-F6BC-AB5D-D096-BE5F67C518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0B05B9-7EC0-4186-7674-A82ACE142B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E979EC-08CC-C7E9-6250-28013F0DF7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8B6C6B-1D0A-F029-AD97-EF30CF143CB2}"/>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6" name="Footer Placeholder 5">
            <a:extLst>
              <a:ext uri="{FF2B5EF4-FFF2-40B4-BE49-F238E27FC236}">
                <a16:creationId xmlns:a16="http://schemas.microsoft.com/office/drawing/2014/main" id="{AD57B669-3BAA-1DF0-1685-B163A055D3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0C447B-7641-3316-2DB3-2B28265F8822}"/>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1337846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86A25-1F1F-A531-352B-9A09A5411F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994BFB-0965-69C1-709D-9E194EBB95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344F1F-9E3D-2710-E389-A449F3F0FAD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2CF9DC-865F-2417-98E1-CA528E691A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453E16-1F46-B878-B512-FED350F518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7F5240-FC37-E8D0-A718-7441560176E3}"/>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8" name="Footer Placeholder 7">
            <a:extLst>
              <a:ext uri="{FF2B5EF4-FFF2-40B4-BE49-F238E27FC236}">
                <a16:creationId xmlns:a16="http://schemas.microsoft.com/office/drawing/2014/main" id="{AF6B0AC9-E8CC-E0E7-B7D7-3B79377CE28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14B488-1B45-F87F-E7E0-E59D942B2804}"/>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3669876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D4974-A07D-829E-104D-2ED8B492B4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ABF7C3-DB07-FB33-C08F-8C41EFAF6DE4}"/>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4" name="Footer Placeholder 3">
            <a:extLst>
              <a:ext uri="{FF2B5EF4-FFF2-40B4-BE49-F238E27FC236}">
                <a16:creationId xmlns:a16="http://schemas.microsoft.com/office/drawing/2014/main" id="{A471988E-32F8-872D-3D62-82E75F316C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109ABB-03EF-B25C-7FB1-377DD3BC1698}"/>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1801127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FD29AE-9F75-AF2B-3801-F280E78E43F7}"/>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3" name="Footer Placeholder 2">
            <a:extLst>
              <a:ext uri="{FF2B5EF4-FFF2-40B4-BE49-F238E27FC236}">
                <a16:creationId xmlns:a16="http://schemas.microsoft.com/office/drawing/2014/main" id="{3965BA9F-BD41-814D-43E2-D0B54174BA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4DE468-1A0A-E1DB-68AF-7B5E370FE417}"/>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48107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EB707-B7FD-9A6B-A51B-5599B63289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C7F26D-1884-243E-AC3F-1876A44086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CF7A61-E8AD-AFBE-EA4A-9C63BD92A0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ABE962-5F77-4027-C046-31EE83810749}"/>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6" name="Footer Placeholder 5">
            <a:extLst>
              <a:ext uri="{FF2B5EF4-FFF2-40B4-BE49-F238E27FC236}">
                <a16:creationId xmlns:a16="http://schemas.microsoft.com/office/drawing/2014/main" id="{4B6B949D-7BA9-5E00-886A-0342DEC696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EEA757-5037-E112-19B0-6E0BF07576DE}"/>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2500564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DF6DB-4F5B-ADBD-BDBE-DF06B5183E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5D5880-96FB-8E8F-66AE-41177EB6DD6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5B5CC3-64F0-176F-C523-2716DC56D9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3D30AE-61EC-9F4A-ED4D-E448AE545F9C}"/>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6" name="Footer Placeholder 5">
            <a:extLst>
              <a:ext uri="{FF2B5EF4-FFF2-40B4-BE49-F238E27FC236}">
                <a16:creationId xmlns:a16="http://schemas.microsoft.com/office/drawing/2014/main" id="{146B3840-4D3C-C4E9-F55C-BF902C7164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B66478-62A6-F16A-1B1E-8237C951F9B1}"/>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73785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68018-1EC4-A27E-6203-D50F6AF34B5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9061FA4-1F51-A93B-4D1D-143082B6A9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1F1542-A149-35AB-9EDB-97A4DCAFF6D4}"/>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5" name="Footer Placeholder 4">
            <a:extLst>
              <a:ext uri="{FF2B5EF4-FFF2-40B4-BE49-F238E27FC236}">
                <a16:creationId xmlns:a16="http://schemas.microsoft.com/office/drawing/2014/main" id="{613A971C-D1CC-C38D-87CA-3B2DBACCB4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67EB11-7218-F2FA-8C99-A7B1A065414E}"/>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201071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42B23D-B7E1-8B9F-FF48-4383A90A75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A663A2D-1534-85F5-E4B7-5BCE47F3D0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D6C1D5-62D6-36BA-ECCB-8A2F6F067282}"/>
              </a:ext>
            </a:extLst>
          </p:cNvPr>
          <p:cNvSpPr>
            <a:spLocks noGrp="1"/>
          </p:cNvSpPr>
          <p:nvPr>
            <p:ph type="dt" sz="half" idx="10"/>
          </p:nvPr>
        </p:nvSpPr>
        <p:spPr/>
        <p:txBody>
          <a:bodyPr/>
          <a:lstStyle/>
          <a:p>
            <a:fld id="{85EB398E-AAAD-4410-906C-BC0AC4EF4900}" type="datetimeFigureOut">
              <a:rPr lang="en-US" smtClean="0"/>
              <a:t>10/12/2026</a:t>
            </a:fld>
            <a:endParaRPr lang="en-US"/>
          </a:p>
        </p:txBody>
      </p:sp>
      <p:sp>
        <p:nvSpPr>
          <p:cNvPr id="5" name="Footer Placeholder 4">
            <a:extLst>
              <a:ext uri="{FF2B5EF4-FFF2-40B4-BE49-F238E27FC236}">
                <a16:creationId xmlns:a16="http://schemas.microsoft.com/office/drawing/2014/main" id="{C681DD7F-3E3D-6089-CA8F-AB961B95FD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C1EBD-4FE8-CD26-662B-AB7E9F3398E4}"/>
              </a:ext>
            </a:extLst>
          </p:cNvPr>
          <p:cNvSpPr>
            <a:spLocks noGrp="1"/>
          </p:cNvSpPr>
          <p:nvPr>
            <p:ph type="sldNum" sz="quarter" idx="12"/>
          </p:nvPr>
        </p:nvSpPr>
        <p:spPr/>
        <p:txBody>
          <a:bodyPr/>
          <a:lstStyle/>
          <a:p>
            <a:fld id="{3DFCC5A2-D151-46F8-B73A-BF99CD28FE1B}" type="slidenum">
              <a:rPr lang="en-US" smtClean="0"/>
              <a:t>‹#›</a:t>
            </a:fld>
            <a:endParaRPr lang="en-US"/>
          </a:p>
        </p:txBody>
      </p:sp>
    </p:spTree>
    <p:extLst>
      <p:ext uri="{BB962C8B-B14F-4D97-AF65-F5344CB8AC3E}">
        <p14:creationId xmlns:p14="http://schemas.microsoft.com/office/powerpoint/2010/main" val="693819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A49DD5-8078-7C17-D2A7-7088F07572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C203A90-0EDE-FE3B-A46D-7C91DC933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CD319B-CC4F-064C-BBAD-4898673B2C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5EB398E-AAAD-4410-906C-BC0AC4EF4900}" type="datetimeFigureOut">
              <a:rPr lang="en-US" smtClean="0"/>
              <a:t>10/12/2026</a:t>
            </a:fld>
            <a:endParaRPr lang="en-US"/>
          </a:p>
        </p:txBody>
      </p:sp>
      <p:sp>
        <p:nvSpPr>
          <p:cNvPr id="5" name="Footer Placeholder 4">
            <a:extLst>
              <a:ext uri="{FF2B5EF4-FFF2-40B4-BE49-F238E27FC236}">
                <a16:creationId xmlns:a16="http://schemas.microsoft.com/office/drawing/2014/main" id="{315B120A-B427-C340-35FD-EBA01F25F4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2435A9-620E-8C15-FF9F-489D0CD6C3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FCC5A2-D151-46F8-B73A-BF99CD28FE1B}" type="slidenum">
              <a:rPr lang="en-US" smtClean="0"/>
              <a:t>‹#›</a:t>
            </a:fld>
            <a:endParaRPr lang="en-US"/>
          </a:p>
        </p:txBody>
      </p:sp>
    </p:spTree>
    <p:extLst>
      <p:ext uri="{BB962C8B-B14F-4D97-AF65-F5344CB8AC3E}">
        <p14:creationId xmlns:p14="http://schemas.microsoft.com/office/powerpoint/2010/main" val="33086674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EE7949-FC69-563A-315E-E16E99D38B73}"/>
              </a:ext>
            </a:extLst>
          </p:cNvPr>
          <p:cNvSpPr>
            <a:spLocks noGrp="1"/>
          </p:cNvSpPr>
          <p:nvPr>
            <p:ph type="title"/>
          </p:nvPr>
        </p:nvSpPr>
        <p:spPr>
          <a:xfrm>
            <a:off x="841248" y="548640"/>
            <a:ext cx="3600860" cy="5431536"/>
          </a:xfrm>
        </p:spPr>
        <p:txBody>
          <a:bodyPr>
            <a:normAutofit/>
          </a:bodyPr>
          <a:lstStyle/>
          <a:p>
            <a:r>
              <a:rPr lang="en-US" sz="5000" dirty="0"/>
              <a:t>Data Management 2 Course Work Presentation</a:t>
            </a:r>
          </a:p>
        </p:txBody>
      </p:sp>
      <p:sp>
        <p:nvSpPr>
          <p:cNvPr id="3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A0E0E96-2B66-F4EF-A0B4-A028201D5834}"/>
              </a:ext>
            </a:extLst>
          </p:cNvPr>
          <p:cNvSpPr>
            <a:spLocks noGrp="1"/>
          </p:cNvSpPr>
          <p:nvPr>
            <p:ph idx="1"/>
          </p:nvPr>
        </p:nvSpPr>
        <p:spPr>
          <a:xfrm>
            <a:off x="5126418" y="552091"/>
            <a:ext cx="6224335" cy="5431536"/>
          </a:xfrm>
        </p:spPr>
        <p:txBody>
          <a:bodyPr anchor="ctr">
            <a:normAutofit/>
          </a:bodyPr>
          <a:lstStyle/>
          <a:p>
            <a:pPr marL="0" indent="0">
              <a:buNone/>
            </a:pPr>
            <a:r>
              <a:rPr lang="en-US" sz="2200" dirty="0"/>
              <a:t>	Team members</a:t>
            </a:r>
          </a:p>
          <a:p>
            <a:pPr marL="0" indent="0">
              <a:buNone/>
            </a:pPr>
            <a:r>
              <a:rPr lang="en-US" sz="2200" dirty="0"/>
              <a:t>	</a:t>
            </a:r>
          </a:p>
          <a:p>
            <a:pPr marL="0" indent="0">
              <a:buNone/>
            </a:pPr>
            <a:r>
              <a:rPr lang="en-US" sz="2200" dirty="0"/>
              <a:t>	KGL </a:t>
            </a:r>
            <a:r>
              <a:rPr lang="en-US" sz="2200"/>
              <a:t>Sandanimne</a:t>
            </a:r>
            <a:r>
              <a:rPr lang="en-US" sz="2200" dirty="0"/>
              <a:t> COHNDSE261F-004</a:t>
            </a:r>
          </a:p>
          <a:p>
            <a:pPr marL="0" indent="0">
              <a:buNone/>
            </a:pPr>
            <a:r>
              <a:rPr lang="en-US" sz="2200" dirty="0"/>
              <a:t>                D.D Kandeepan    COHNDSE261F-028</a:t>
            </a:r>
          </a:p>
          <a:p>
            <a:pPr marL="0" indent="0">
              <a:buNone/>
            </a:pPr>
            <a:r>
              <a:rPr lang="en-US" sz="2200" dirty="0"/>
              <a:t>	</a:t>
            </a:r>
            <a:r>
              <a:rPr lang="en-US" sz="2200"/>
              <a:t>Arshath</a:t>
            </a:r>
            <a:r>
              <a:rPr lang="en-US" sz="2200" dirty="0"/>
              <a:t> MLM          COHNDSE261F-036</a:t>
            </a:r>
          </a:p>
          <a:p>
            <a:pPr marL="0" indent="0">
              <a:buNone/>
            </a:pPr>
            <a:r>
              <a:rPr lang="en-US" sz="2200" dirty="0"/>
              <a:t>                JHN Fernando        COHNDSE261F-037</a:t>
            </a:r>
          </a:p>
          <a:p>
            <a:endParaRPr lang="en-US" sz="2200" dirty="0"/>
          </a:p>
        </p:txBody>
      </p:sp>
    </p:spTree>
    <p:extLst>
      <p:ext uri="{BB962C8B-B14F-4D97-AF65-F5344CB8AC3E}">
        <p14:creationId xmlns:p14="http://schemas.microsoft.com/office/powerpoint/2010/main" val="4188939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1921AA-E515-A0B4-27A6-5041C5C1822E}"/>
              </a:ext>
            </a:extLst>
          </p:cNvPr>
          <p:cNvSpPr>
            <a:spLocks noGrp="1"/>
          </p:cNvSpPr>
          <p:nvPr>
            <p:ph type="ctrTitle"/>
          </p:nvPr>
        </p:nvSpPr>
        <p:spPr>
          <a:xfrm>
            <a:off x="838200" y="451381"/>
            <a:ext cx="10512552" cy="4066540"/>
          </a:xfrm>
        </p:spPr>
        <p:txBody>
          <a:bodyPr anchor="b">
            <a:normAutofit/>
          </a:bodyPr>
          <a:lstStyle/>
          <a:p>
            <a:pPr algn="l"/>
            <a:r>
              <a:rPr lang="en-US" sz="6600"/>
              <a:t>Problem and Objectives</a:t>
            </a:r>
          </a:p>
        </p:txBody>
      </p:sp>
      <p:sp>
        <p:nvSpPr>
          <p:cNvPr id="9"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177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AFD97E75-7BA5-48EC-5D46-52FD46334D0B}"/>
              </a:ext>
            </a:extLst>
          </p:cNvPr>
          <p:cNvSpPr>
            <a:spLocks noGrp="1"/>
          </p:cNvSpPr>
          <p:nvPr>
            <p:ph type="title"/>
          </p:nvPr>
        </p:nvSpPr>
        <p:spPr>
          <a:xfrm>
            <a:off x="6769570" y="530578"/>
            <a:ext cx="4771178" cy="1160110"/>
          </a:xfrm>
        </p:spPr>
        <p:txBody>
          <a:bodyPr>
            <a:normAutofit/>
          </a:bodyPr>
          <a:lstStyle/>
          <a:p>
            <a:r>
              <a:rPr lang="en-US"/>
              <a:t>The problem</a:t>
            </a:r>
            <a:endParaRPr lang="en-US" dirty="0"/>
          </a:p>
        </p:txBody>
      </p:sp>
      <p:pic>
        <p:nvPicPr>
          <p:cNvPr id="7" name="Graphic 6" descr="Pilot">
            <a:extLst>
              <a:ext uri="{FF2B5EF4-FFF2-40B4-BE49-F238E27FC236}">
                <a16:creationId xmlns:a16="http://schemas.microsoft.com/office/drawing/2014/main" id="{D2F84007-F178-545F-7590-8140E0A388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38199" y="652458"/>
            <a:ext cx="5440195" cy="5440195"/>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p:spPr>
      </p:pic>
      <p:sp>
        <p:nvSpPr>
          <p:cNvPr id="12" name="Arc 11">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287C731-05E9-11F6-1B66-46C4070CE2AA}"/>
              </a:ext>
            </a:extLst>
          </p:cNvPr>
          <p:cNvSpPr>
            <a:spLocks noGrp="1"/>
          </p:cNvSpPr>
          <p:nvPr>
            <p:ph idx="1"/>
          </p:nvPr>
        </p:nvSpPr>
        <p:spPr>
          <a:xfrm>
            <a:off x="6769570" y="1825625"/>
            <a:ext cx="4771178" cy="4388908"/>
          </a:xfrm>
        </p:spPr>
        <p:txBody>
          <a:bodyPr>
            <a:normAutofit/>
          </a:bodyPr>
          <a:lstStyle/>
          <a:p>
            <a:pPr marL="0" indent="0">
              <a:buNone/>
            </a:pPr>
            <a:endParaRPr lang="en-US" sz="2400"/>
          </a:p>
          <a:p>
            <a:r>
              <a:rPr lang="en-US" sz="2400"/>
              <a:t> When managing passenger transportations vehicle operations, driver assignments, passenger   registrations, route planning, trip scheduling, ticket reservations, payment processing, and customer feedback is highly inefficient when the system handled manually and disjoint system. </a:t>
            </a:r>
          </a:p>
          <a:p>
            <a:pPr marL="0" indent="0">
              <a:buNone/>
            </a:pPr>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endParaRPr lang="en-US" sz="2400"/>
          </a:p>
          <a:p>
            <a:pPr marL="0" indent="0">
              <a:buNone/>
            </a:pPr>
            <a:endParaRPr lang="en-US" sz="2400"/>
          </a:p>
        </p:txBody>
      </p:sp>
    </p:spTree>
    <p:extLst>
      <p:ext uri="{BB962C8B-B14F-4D97-AF65-F5344CB8AC3E}">
        <p14:creationId xmlns:p14="http://schemas.microsoft.com/office/powerpoint/2010/main" val="2519563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CBDF12-D83D-9C6D-4C14-5E7D09740733}"/>
              </a:ext>
            </a:extLst>
          </p:cNvPr>
          <p:cNvSpPr>
            <a:spLocks noGrp="1"/>
          </p:cNvSpPr>
          <p:nvPr>
            <p:ph type="title"/>
          </p:nvPr>
        </p:nvSpPr>
        <p:spPr>
          <a:xfrm>
            <a:off x="6739128" y="638089"/>
            <a:ext cx="4818888" cy="1476801"/>
          </a:xfrm>
        </p:spPr>
        <p:txBody>
          <a:bodyPr anchor="b">
            <a:normAutofit/>
          </a:bodyPr>
          <a:lstStyle/>
          <a:p>
            <a:r>
              <a:rPr lang="en-US" sz="5400"/>
              <a:t>The objective </a:t>
            </a:r>
          </a:p>
        </p:txBody>
      </p:sp>
      <p:pic>
        <p:nvPicPr>
          <p:cNvPr id="7" name="Graphic 6" descr="Truck">
            <a:extLst>
              <a:ext uri="{FF2B5EF4-FFF2-40B4-BE49-F238E27FC236}">
                <a16:creationId xmlns:a16="http://schemas.microsoft.com/office/drawing/2014/main" id="{BED4BF97-1B05-0FA1-9F42-AC71A29D383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0936" y="699516"/>
            <a:ext cx="5458968" cy="5458968"/>
          </a:xfrm>
          <a:prstGeom prst="rect">
            <a:avLst/>
          </a:prstGeom>
        </p:spPr>
      </p:pic>
      <p:sp>
        <p:nvSpPr>
          <p:cNvPr id="21"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ACBC2A4-DAD3-26EC-CCBA-60BB586756CA}"/>
              </a:ext>
            </a:extLst>
          </p:cNvPr>
          <p:cNvSpPr>
            <a:spLocks noGrp="1"/>
          </p:cNvSpPr>
          <p:nvPr>
            <p:ph idx="1"/>
          </p:nvPr>
        </p:nvSpPr>
        <p:spPr>
          <a:xfrm>
            <a:off x="6739128" y="2664886"/>
            <a:ext cx="4818888" cy="3550789"/>
          </a:xfrm>
        </p:spPr>
        <p:txBody>
          <a:bodyPr anchor="t">
            <a:normAutofit/>
          </a:bodyPr>
          <a:lstStyle/>
          <a:p>
            <a:r>
              <a:rPr lang="en-US" sz="1700"/>
              <a:t>As for the solution our group was decided to built a SmartMove transportation system. </a:t>
            </a:r>
          </a:p>
          <a:p>
            <a:r>
              <a:rPr lang="en-US" sz="1700"/>
              <a:t>As system capabilities this application can offer real-time trip management, digital ticket booking, and operational oversight.</a:t>
            </a:r>
          </a:p>
          <a:p>
            <a:r>
              <a:rPr lang="en-US" sz="1700"/>
              <a:t>The system database has hybrid database architecture. Oracle Database for secure transactional data and MongoDB is used for flexible, unstructured multimedia and feedback integration.</a:t>
            </a:r>
          </a:p>
          <a:p>
            <a:pPr marL="0" indent="0">
              <a:buNone/>
            </a:pPr>
            <a:endParaRPr lang="en-US" sz="1700"/>
          </a:p>
          <a:p>
            <a:pPr marL="0" indent="0">
              <a:buNone/>
            </a:pPr>
            <a:r>
              <a:rPr lang="en-US" sz="1700"/>
              <a:t>  </a:t>
            </a:r>
          </a:p>
          <a:p>
            <a:endParaRPr lang="en-US" sz="1700"/>
          </a:p>
        </p:txBody>
      </p:sp>
    </p:spTree>
    <p:extLst>
      <p:ext uri="{BB962C8B-B14F-4D97-AF65-F5344CB8AC3E}">
        <p14:creationId xmlns:p14="http://schemas.microsoft.com/office/powerpoint/2010/main" val="3470577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88E725-B946-37B3-B676-F3B3CA45D372}"/>
              </a:ext>
            </a:extLst>
          </p:cNvPr>
          <p:cNvSpPr>
            <a:spLocks noGrp="1"/>
          </p:cNvSpPr>
          <p:nvPr>
            <p:ph type="title"/>
          </p:nvPr>
        </p:nvSpPr>
        <p:spPr>
          <a:xfrm>
            <a:off x="635000" y="640823"/>
            <a:ext cx="3418659" cy="5583148"/>
          </a:xfrm>
        </p:spPr>
        <p:txBody>
          <a:bodyPr anchor="ctr">
            <a:normAutofit/>
          </a:bodyPr>
          <a:lstStyle/>
          <a:p>
            <a:r>
              <a:rPr lang="en-US" sz="4600"/>
              <a:t>System requirements </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12F327D-B263-B2C8-958A-02BDAAD110F6}"/>
              </a:ext>
            </a:extLst>
          </p:cNvPr>
          <p:cNvGraphicFramePr>
            <a:graphicFrameLocks noGrp="1"/>
          </p:cNvGraphicFramePr>
          <p:nvPr>
            <p:ph idx="1"/>
            <p:extLst>
              <p:ext uri="{D42A27DB-BD31-4B8C-83A1-F6EECF244321}">
                <p14:modId xmlns:p14="http://schemas.microsoft.com/office/powerpoint/2010/main" val="25424388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3544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9DD86-6D85-6CF7-0417-59B5216F8FDA}"/>
              </a:ext>
            </a:extLst>
          </p:cNvPr>
          <p:cNvSpPr>
            <a:spLocks noGrp="1"/>
          </p:cNvSpPr>
          <p:nvPr>
            <p:ph type="title"/>
          </p:nvPr>
        </p:nvSpPr>
        <p:spPr/>
        <p:txBody>
          <a:bodyPr/>
          <a:lstStyle/>
          <a:p>
            <a:r>
              <a:rPr lang="en-US"/>
              <a:t>   EER</a:t>
            </a:r>
            <a:endParaRPr lang="en-US" dirty="0"/>
          </a:p>
        </p:txBody>
      </p:sp>
      <p:pic>
        <p:nvPicPr>
          <p:cNvPr id="9" name="Content Placeholder 8">
            <a:extLst>
              <a:ext uri="{FF2B5EF4-FFF2-40B4-BE49-F238E27FC236}">
                <a16:creationId xmlns:a16="http://schemas.microsoft.com/office/drawing/2014/main" id="{64BFE97C-FB36-F798-CD09-CAA35DA929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9155" y="716973"/>
            <a:ext cx="11211789" cy="6038620"/>
          </a:xfrm>
          <a:prstGeom prst="rect">
            <a:avLst/>
          </a:prstGeom>
        </p:spPr>
      </p:pic>
    </p:spTree>
    <p:extLst>
      <p:ext uri="{BB962C8B-B14F-4D97-AF65-F5344CB8AC3E}">
        <p14:creationId xmlns:p14="http://schemas.microsoft.com/office/powerpoint/2010/main" val="3412658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FD01707-22B2-2E1D-14CC-6C44F1021904}"/>
              </a:ext>
            </a:extLst>
          </p:cNvPr>
          <p:cNvGraphicFramePr>
            <a:graphicFrameLocks noGrp="1"/>
          </p:cNvGraphicFramePr>
          <p:nvPr>
            <p:ph idx="1"/>
            <p:extLst>
              <p:ext uri="{D42A27DB-BD31-4B8C-83A1-F6EECF244321}">
                <p14:modId xmlns:p14="http://schemas.microsoft.com/office/powerpoint/2010/main" val="1478013535"/>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4818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64BD6B-AEDC-F063-D85D-F0E4F39CACA3}"/>
              </a:ext>
            </a:extLst>
          </p:cNvPr>
          <p:cNvSpPr>
            <a:spLocks noGrp="1"/>
          </p:cNvSpPr>
          <p:nvPr>
            <p:ph type="title"/>
          </p:nvPr>
        </p:nvSpPr>
        <p:spPr>
          <a:xfrm>
            <a:off x="630936" y="502920"/>
            <a:ext cx="3899500" cy="1463040"/>
          </a:xfrm>
        </p:spPr>
        <p:txBody>
          <a:bodyPr anchor="ctr">
            <a:normAutofit fontScale="90000"/>
          </a:bodyPr>
          <a:lstStyle/>
          <a:p>
            <a:r>
              <a:rPr lang="en-US" sz="4800" dirty="0"/>
              <a:t>Oracle implementation</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0302D80C-A9AC-E060-B391-00EAE4596F12}"/>
              </a:ext>
            </a:extLst>
          </p:cNvPr>
          <p:cNvSpPr>
            <a:spLocks noGrp="1"/>
          </p:cNvSpPr>
          <p:nvPr>
            <p:ph idx="1"/>
          </p:nvPr>
        </p:nvSpPr>
        <p:spPr>
          <a:xfrm>
            <a:off x="4654295" y="502920"/>
            <a:ext cx="6894576" cy="1463040"/>
          </a:xfrm>
        </p:spPr>
        <p:txBody>
          <a:bodyPr anchor="ctr">
            <a:normAutofit/>
          </a:bodyPr>
          <a:lstStyle/>
          <a:p>
            <a:r>
              <a:rPr lang="en-US" sz="2200" dirty="0"/>
              <a:t>This database has built in safety rule that can prevent someone entering fake information or data into the system</a:t>
            </a:r>
          </a:p>
        </p:txBody>
      </p:sp>
      <p:pic>
        <p:nvPicPr>
          <p:cNvPr id="5" name="Content Placeholder 4">
            <a:extLst>
              <a:ext uri="{FF2B5EF4-FFF2-40B4-BE49-F238E27FC236}">
                <a16:creationId xmlns:a16="http://schemas.microsoft.com/office/drawing/2014/main" id="{2988457B-E739-57DE-1443-09F3B83372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1195" y="2290936"/>
            <a:ext cx="8897418" cy="3959352"/>
          </a:xfrm>
          <a:prstGeom prst="rect">
            <a:avLst/>
          </a:prstGeom>
        </p:spPr>
      </p:pic>
    </p:spTree>
    <p:extLst>
      <p:ext uri="{BB962C8B-B14F-4D97-AF65-F5344CB8AC3E}">
        <p14:creationId xmlns:p14="http://schemas.microsoft.com/office/powerpoint/2010/main" val="1631226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67A304-43E5-7D9A-2CA8-5068F79CEF4A}"/>
              </a:ext>
            </a:extLst>
          </p:cNvPr>
          <p:cNvSpPr>
            <a:spLocks noGrp="1"/>
          </p:cNvSpPr>
          <p:nvPr>
            <p:ph type="title"/>
          </p:nvPr>
        </p:nvSpPr>
        <p:spPr>
          <a:xfrm>
            <a:off x="630936" y="640823"/>
            <a:ext cx="3419856" cy="5583148"/>
          </a:xfrm>
        </p:spPr>
        <p:txBody>
          <a:bodyPr anchor="ctr">
            <a:normAutofit/>
          </a:bodyPr>
          <a:lstStyle/>
          <a:p>
            <a:r>
              <a:rPr lang="en-US" sz="5000"/>
              <a:t>Automated logical backups are configured using Oracle Data Pump</a:t>
            </a:r>
          </a:p>
        </p:txBody>
      </p:sp>
      <p:sp>
        <p:nvSpPr>
          <p:cNvPr id="50"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C54A8012-8DC8-DDFB-7339-315C8ADC16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2311969"/>
            <a:ext cx="6894576" cy="551566"/>
          </a:xfrm>
          <a:prstGeom prst="rect">
            <a:avLst/>
          </a:prstGeom>
        </p:spPr>
      </p:pic>
      <p:sp>
        <p:nvSpPr>
          <p:cNvPr id="43" name="Content Placeholder 31">
            <a:extLst>
              <a:ext uri="{FF2B5EF4-FFF2-40B4-BE49-F238E27FC236}">
                <a16:creationId xmlns:a16="http://schemas.microsoft.com/office/drawing/2014/main" id="{DB7B3668-D9B2-8E04-940D-00A9AE1DF0A1}"/>
              </a:ext>
            </a:extLst>
          </p:cNvPr>
          <p:cNvSpPr>
            <a:spLocks noGrp="1"/>
          </p:cNvSpPr>
          <p:nvPr>
            <p:ph idx="1"/>
          </p:nvPr>
        </p:nvSpPr>
        <p:spPr>
          <a:xfrm>
            <a:off x="4654296" y="4798577"/>
            <a:ext cx="6894576" cy="1428487"/>
          </a:xfrm>
        </p:spPr>
        <p:txBody>
          <a:bodyPr anchor="t">
            <a:normAutofit/>
          </a:bodyPr>
          <a:lstStyle/>
          <a:p>
            <a:r>
              <a:rPr lang="en-US" sz="2200" dirty="0"/>
              <a:t>This means the database is set up to automatically make a smart, high-performance copy of the data at regular intervals so the database never lose the information if the system crashes.</a:t>
            </a:r>
          </a:p>
          <a:p>
            <a:endParaRPr lang="en-US" sz="2200" dirty="0"/>
          </a:p>
        </p:txBody>
      </p:sp>
    </p:spTree>
    <p:extLst>
      <p:ext uri="{BB962C8B-B14F-4D97-AF65-F5344CB8AC3E}">
        <p14:creationId xmlns:p14="http://schemas.microsoft.com/office/powerpoint/2010/main" val="4210227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52A40B-3736-B27B-8A53-EEB13E64671D}"/>
              </a:ext>
            </a:extLst>
          </p:cNvPr>
          <p:cNvSpPr>
            <a:spLocks noGrp="1"/>
          </p:cNvSpPr>
          <p:nvPr>
            <p:ph type="title"/>
          </p:nvPr>
        </p:nvSpPr>
        <p:spPr>
          <a:xfrm>
            <a:off x="630936" y="502920"/>
            <a:ext cx="3419856" cy="1463040"/>
          </a:xfrm>
        </p:spPr>
        <p:txBody>
          <a:bodyPr anchor="ctr">
            <a:normAutofit/>
          </a:bodyPr>
          <a:lstStyle/>
          <a:p>
            <a:r>
              <a:rPr lang="en-US" sz="4100"/>
              <a:t>PL SQL Business Logic</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CF4A3E54-707E-2DAD-9EAB-495EE65E2D2F}"/>
              </a:ext>
            </a:extLst>
          </p:cNvPr>
          <p:cNvSpPr>
            <a:spLocks noGrp="1"/>
          </p:cNvSpPr>
          <p:nvPr>
            <p:ph idx="1"/>
          </p:nvPr>
        </p:nvSpPr>
        <p:spPr>
          <a:xfrm>
            <a:off x="4654295" y="502920"/>
            <a:ext cx="6894576" cy="1463040"/>
          </a:xfrm>
        </p:spPr>
        <p:txBody>
          <a:bodyPr anchor="ctr">
            <a:normAutofit/>
          </a:bodyPr>
          <a:lstStyle/>
          <a:p>
            <a:r>
              <a:rPr lang="en-US" sz="2400" dirty="0"/>
              <a:t>Instead of hardcoding a static price, this function calculates the total cost</a:t>
            </a:r>
            <a:r>
              <a:rPr lang="en-US" dirty="0"/>
              <a:t>,</a:t>
            </a:r>
            <a:r>
              <a:rPr lang="en-US" sz="2400" dirty="0"/>
              <a:t> based on what the user selects.</a:t>
            </a:r>
            <a:endParaRPr lang="en-US" sz="2200" dirty="0"/>
          </a:p>
        </p:txBody>
      </p:sp>
      <p:pic>
        <p:nvPicPr>
          <p:cNvPr id="5" name="Content Placeholder 4">
            <a:extLst>
              <a:ext uri="{FF2B5EF4-FFF2-40B4-BE49-F238E27FC236}">
                <a16:creationId xmlns:a16="http://schemas.microsoft.com/office/drawing/2014/main" id="{4BD010B4-76B8-1843-CE20-B8CE3C0E3D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36" y="3110581"/>
            <a:ext cx="10917936" cy="2320061"/>
          </a:xfrm>
          <a:prstGeom prst="rect">
            <a:avLst/>
          </a:prstGeom>
        </p:spPr>
      </p:pic>
    </p:spTree>
    <p:extLst>
      <p:ext uri="{BB962C8B-B14F-4D97-AF65-F5344CB8AC3E}">
        <p14:creationId xmlns:p14="http://schemas.microsoft.com/office/powerpoint/2010/main" val="1866395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7ED89F-05BA-4E19-22EF-00FB97368ED5}"/>
              </a:ext>
            </a:extLst>
          </p:cNvPr>
          <p:cNvSpPr>
            <a:spLocks noGrp="1"/>
          </p:cNvSpPr>
          <p:nvPr>
            <p:ph type="title"/>
          </p:nvPr>
        </p:nvSpPr>
        <p:spPr>
          <a:xfrm>
            <a:off x="630936" y="639520"/>
            <a:ext cx="3429000" cy="1719072"/>
          </a:xfrm>
        </p:spPr>
        <p:txBody>
          <a:bodyPr anchor="b">
            <a:normAutofit/>
          </a:bodyPr>
          <a:lstStyle/>
          <a:p>
            <a:r>
              <a:rPr lang="en-US" sz="5400" dirty="0"/>
              <a:t>Procedures</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9AC3CDBF-6093-90AE-5C69-F6B2814D16B2}"/>
              </a:ext>
            </a:extLst>
          </p:cNvPr>
          <p:cNvSpPr>
            <a:spLocks noGrp="1"/>
          </p:cNvSpPr>
          <p:nvPr>
            <p:ph idx="1"/>
          </p:nvPr>
        </p:nvSpPr>
        <p:spPr>
          <a:xfrm>
            <a:off x="630936" y="2807208"/>
            <a:ext cx="3429000" cy="3410712"/>
          </a:xfrm>
        </p:spPr>
        <p:txBody>
          <a:bodyPr anchor="t">
            <a:normAutofit fontScale="85000" lnSpcReduction="10000"/>
          </a:bodyPr>
          <a:lstStyle/>
          <a:p>
            <a:r>
              <a:rPr lang="en-US" dirty="0"/>
              <a:t>procedures are action-oriented execution engines. They are built to modify data, run massive batch updates, and execute complex business workflows directly inside the database.</a:t>
            </a:r>
          </a:p>
          <a:p>
            <a:pPr marL="0" indent="0">
              <a:buNone/>
            </a:pPr>
            <a:br>
              <a:rPr lang="en-US" sz="2400" dirty="0"/>
            </a:br>
            <a:endParaRPr lang="en-US" sz="2400" dirty="0"/>
          </a:p>
          <a:p>
            <a:endParaRPr lang="en-US" sz="2200" dirty="0"/>
          </a:p>
        </p:txBody>
      </p:sp>
      <p:pic>
        <p:nvPicPr>
          <p:cNvPr id="5" name="Content Placeholder 4">
            <a:extLst>
              <a:ext uri="{FF2B5EF4-FFF2-40B4-BE49-F238E27FC236}">
                <a16:creationId xmlns:a16="http://schemas.microsoft.com/office/drawing/2014/main" id="{40BE03A7-1B58-84C1-8892-1BC532078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081735"/>
            <a:ext cx="6903720" cy="4694530"/>
          </a:xfrm>
          <a:prstGeom prst="rect">
            <a:avLst/>
          </a:prstGeom>
        </p:spPr>
      </p:pic>
    </p:spTree>
    <p:extLst>
      <p:ext uri="{BB962C8B-B14F-4D97-AF65-F5344CB8AC3E}">
        <p14:creationId xmlns:p14="http://schemas.microsoft.com/office/powerpoint/2010/main" val="115503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1F529E-FBBB-59B9-6810-0FEECFF0957A}"/>
              </a:ext>
            </a:extLst>
          </p:cNvPr>
          <p:cNvSpPr>
            <a:spLocks noGrp="1"/>
          </p:cNvSpPr>
          <p:nvPr>
            <p:ph type="title"/>
          </p:nvPr>
        </p:nvSpPr>
        <p:spPr>
          <a:xfrm>
            <a:off x="630936" y="502920"/>
            <a:ext cx="3419856" cy="1463040"/>
          </a:xfrm>
        </p:spPr>
        <p:txBody>
          <a:bodyPr anchor="ctr">
            <a:normAutofit/>
          </a:bodyPr>
          <a:lstStyle/>
          <a:p>
            <a:r>
              <a:rPr lang="en-US" sz="4800" dirty="0"/>
              <a:t>Triggers</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99CE69D5-F394-510E-7C2A-491A4493C945}"/>
              </a:ext>
            </a:extLst>
          </p:cNvPr>
          <p:cNvSpPr>
            <a:spLocks noGrp="1"/>
          </p:cNvSpPr>
          <p:nvPr>
            <p:ph idx="1"/>
          </p:nvPr>
        </p:nvSpPr>
        <p:spPr>
          <a:xfrm>
            <a:off x="4654295" y="502920"/>
            <a:ext cx="6894576" cy="1463040"/>
          </a:xfrm>
        </p:spPr>
        <p:txBody>
          <a:bodyPr anchor="ctr">
            <a:normAutofit/>
          </a:bodyPr>
          <a:lstStyle/>
          <a:p>
            <a:r>
              <a:rPr lang="en-US" sz="2400" dirty="0"/>
              <a:t>A  database trigger is a database code that automatically runs in response to a specific event as an example we used it our system database</a:t>
            </a:r>
          </a:p>
        </p:txBody>
      </p:sp>
      <p:pic>
        <p:nvPicPr>
          <p:cNvPr id="5" name="Content Placeholder 4">
            <a:extLst>
              <a:ext uri="{FF2B5EF4-FFF2-40B4-BE49-F238E27FC236}">
                <a16:creationId xmlns:a16="http://schemas.microsoft.com/office/drawing/2014/main" id="{ED193D2B-354A-E176-9994-61BFB5C975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36" y="2960459"/>
            <a:ext cx="10917936" cy="2620305"/>
          </a:xfrm>
          <a:prstGeom prst="rect">
            <a:avLst/>
          </a:prstGeom>
        </p:spPr>
      </p:pic>
    </p:spTree>
    <p:extLst>
      <p:ext uri="{BB962C8B-B14F-4D97-AF65-F5344CB8AC3E}">
        <p14:creationId xmlns:p14="http://schemas.microsoft.com/office/powerpoint/2010/main" val="2268307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1E88E5-BF19-734A-643D-C875AA19782B}"/>
              </a:ext>
            </a:extLst>
          </p:cNvPr>
          <p:cNvSpPr>
            <a:spLocks noGrp="1"/>
          </p:cNvSpPr>
          <p:nvPr>
            <p:ph type="title"/>
          </p:nvPr>
        </p:nvSpPr>
        <p:spPr>
          <a:xfrm>
            <a:off x="630936" y="502920"/>
            <a:ext cx="3419856" cy="1463040"/>
          </a:xfrm>
        </p:spPr>
        <p:txBody>
          <a:bodyPr anchor="ctr">
            <a:normAutofit/>
          </a:bodyPr>
          <a:lstStyle/>
          <a:p>
            <a:r>
              <a:rPr lang="en-US" sz="4800" dirty="0"/>
              <a:t>Cursors</a:t>
            </a:r>
          </a:p>
        </p:txBody>
      </p:sp>
      <p:sp>
        <p:nvSpPr>
          <p:cNvPr id="2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EFA429C9-A762-C699-6F27-5CB25AC6E52A}"/>
              </a:ext>
            </a:extLst>
          </p:cNvPr>
          <p:cNvSpPr>
            <a:spLocks noGrp="1"/>
          </p:cNvSpPr>
          <p:nvPr>
            <p:ph idx="1"/>
          </p:nvPr>
        </p:nvSpPr>
        <p:spPr>
          <a:xfrm>
            <a:off x="4654295" y="502920"/>
            <a:ext cx="6894576" cy="1463040"/>
          </a:xfrm>
        </p:spPr>
        <p:txBody>
          <a:bodyPr anchor="ctr">
            <a:normAutofit/>
          </a:bodyPr>
          <a:lstStyle/>
          <a:p>
            <a:r>
              <a:rPr lang="en-US" sz="2200" dirty="0"/>
              <a:t>In the database we used cursors to process and loop thorough one raw data at time for  larger set of queries</a:t>
            </a:r>
          </a:p>
        </p:txBody>
      </p:sp>
      <p:pic>
        <p:nvPicPr>
          <p:cNvPr id="4" name="Picture 3">
            <a:extLst>
              <a:ext uri="{FF2B5EF4-FFF2-40B4-BE49-F238E27FC236}">
                <a16:creationId xmlns:a16="http://schemas.microsoft.com/office/drawing/2014/main" id="{619CE47B-1803-BA16-5470-D15FE2E43C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133" y="2290936"/>
            <a:ext cx="10847541" cy="3959352"/>
          </a:xfrm>
          <a:prstGeom prst="rect">
            <a:avLst/>
          </a:prstGeom>
        </p:spPr>
      </p:pic>
    </p:spTree>
    <p:extLst>
      <p:ext uri="{BB962C8B-B14F-4D97-AF65-F5344CB8AC3E}">
        <p14:creationId xmlns:p14="http://schemas.microsoft.com/office/powerpoint/2010/main" val="2022690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DCFD477-786E-3FEE-274D-F476F4AF904D}"/>
              </a:ext>
            </a:extLst>
          </p:cNvPr>
          <p:cNvSpPr>
            <a:spLocks noGrp="1"/>
          </p:cNvSpPr>
          <p:nvPr>
            <p:ph type="title"/>
          </p:nvPr>
        </p:nvSpPr>
        <p:spPr>
          <a:xfrm>
            <a:off x="1383564" y="348865"/>
            <a:ext cx="9718111" cy="1576446"/>
          </a:xfrm>
        </p:spPr>
        <p:txBody>
          <a:bodyPr anchor="ctr">
            <a:normAutofit/>
          </a:bodyPr>
          <a:lstStyle/>
          <a:p>
            <a:r>
              <a:rPr lang="en-US" sz="4000">
                <a:solidFill>
                  <a:srgbClr val="FFFFFF"/>
                </a:solidFill>
              </a:rPr>
              <a:t>Hybrid architecture </a:t>
            </a:r>
          </a:p>
        </p:txBody>
      </p:sp>
      <p:graphicFrame>
        <p:nvGraphicFramePr>
          <p:cNvPr id="5" name="Content Placeholder 2">
            <a:extLst>
              <a:ext uri="{FF2B5EF4-FFF2-40B4-BE49-F238E27FC236}">
                <a16:creationId xmlns:a16="http://schemas.microsoft.com/office/drawing/2014/main" id="{7E730A0F-0618-A0A8-8E56-8F85EB9A1F62}"/>
              </a:ext>
            </a:extLst>
          </p:cNvPr>
          <p:cNvGraphicFramePr>
            <a:graphicFrameLocks noGrp="1"/>
          </p:cNvGraphicFramePr>
          <p:nvPr>
            <p:ph idx="1"/>
            <p:extLst>
              <p:ext uri="{D42A27DB-BD31-4B8C-83A1-F6EECF244321}">
                <p14:modId xmlns:p14="http://schemas.microsoft.com/office/powerpoint/2010/main" val="291908345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17528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822AB4-AF95-97C9-FEB1-899033F078AC}"/>
              </a:ext>
            </a:extLst>
          </p:cNvPr>
          <p:cNvSpPr>
            <a:spLocks noGrp="1"/>
          </p:cNvSpPr>
          <p:nvPr>
            <p:ph type="title"/>
          </p:nvPr>
        </p:nvSpPr>
        <p:spPr>
          <a:xfrm>
            <a:off x="630936" y="502920"/>
            <a:ext cx="3419856" cy="1463040"/>
          </a:xfrm>
        </p:spPr>
        <p:txBody>
          <a:bodyPr anchor="ctr">
            <a:normAutofit/>
          </a:bodyPr>
          <a:lstStyle/>
          <a:p>
            <a:r>
              <a:rPr lang="en-US" sz="4800"/>
              <a:t>MongoDB Queries</a:t>
            </a:r>
          </a:p>
        </p:txBody>
      </p:sp>
      <p:sp>
        <p:nvSpPr>
          <p:cNvPr id="14"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70F488F2-F039-4C30-60D2-D00235A54F19}"/>
              </a:ext>
            </a:extLst>
          </p:cNvPr>
          <p:cNvSpPr>
            <a:spLocks noGrp="1"/>
          </p:cNvSpPr>
          <p:nvPr>
            <p:ph idx="1"/>
          </p:nvPr>
        </p:nvSpPr>
        <p:spPr>
          <a:xfrm>
            <a:off x="4654295" y="502920"/>
            <a:ext cx="6894576" cy="1463040"/>
          </a:xfrm>
        </p:spPr>
        <p:txBody>
          <a:bodyPr anchor="ctr">
            <a:normAutofit/>
          </a:bodyPr>
          <a:lstStyle/>
          <a:p>
            <a:r>
              <a:rPr lang="en-US" sz="2200" dirty="0"/>
              <a:t>This allows management to check specific routes to check is their any routes get any bad reviews from the passengers so the admins can fix it</a:t>
            </a:r>
          </a:p>
        </p:txBody>
      </p:sp>
      <p:pic>
        <p:nvPicPr>
          <p:cNvPr id="5" name="Content Placeholder 4">
            <a:extLst>
              <a:ext uri="{FF2B5EF4-FFF2-40B4-BE49-F238E27FC236}">
                <a16:creationId xmlns:a16="http://schemas.microsoft.com/office/drawing/2014/main" id="{A83D4375-E513-77F9-36F7-48D6BF7FA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936" y="3274350"/>
            <a:ext cx="10917936" cy="1992523"/>
          </a:xfrm>
          <a:prstGeom prst="rect">
            <a:avLst/>
          </a:prstGeom>
        </p:spPr>
      </p:pic>
    </p:spTree>
    <p:extLst>
      <p:ext uri="{BB962C8B-B14F-4D97-AF65-F5344CB8AC3E}">
        <p14:creationId xmlns:p14="http://schemas.microsoft.com/office/powerpoint/2010/main" val="778223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7D75C1-09B0-1265-F68B-3325312C01A1}"/>
              </a:ext>
            </a:extLst>
          </p:cNvPr>
          <p:cNvSpPr>
            <a:spLocks noGrp="1"/>
          </p:cNvSpPr>
          <p:nvPr>
            <p:ph type="title"/>
          </p:nvPr>
        </p:nvSpPr>
        <p:spPr>
          <a:xfrm>
            <a:off x="630936" y="640823"/>
            <a:ext cx="3419856" cy="5583148"/>
          </a:xfrm>
        </p:spPr>
        <p:txBody>
          <a:bodyPr anchor="ctr">
            <a:normAutofit/>
          </a:bodyPr>
          <a:lstStyle/>
          <a:p>
            <a:r>
              <a:rPr lang="en-US" sz="3000"/>
              <a:t>This helps to read thousands of comments instantly  without manually reading it all and this this helps management team to get a clear idea about the business showing their best drivers and which vehicles perform best </a:t>
            </a:r>
          </a:p>
        </p:txBody>
      </p:sp>
      <p:sp>
        <p:nvSpPr>
          <p:cNvPr id="14"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0695C4AC-2016-FAB3-CDAE-DCB8A7B91F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296" y="1484620"/>
            <a:ext cx="6894576" cy="2206263"/>
          </a:xfrm>
          <a:prstGeom prst="rect">
            <a:avLst/>
          </a:prstGeom>
        </p:spPr>
      </p:pic>
    </p:spTree>
    <p:extLst>
      <p:ext uri="{BB962C8B-B14F-4D97-AF65-F5344CB8AC3E}">
        <p14:creationId xmlns:p14="http://schemas.microsoft.com/office/powerpoint/2010/main" val="2897745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D527E3-7E37-41C0-ABBA-B70A1A2D8660}"/>
              </a:ext>
            </a:extLst>
          </p:cNvPr>
          <p:cNvSpPr>
            <a:spLocks noGrp="1"/>
          </p:cNvSpPr>
          <p:nvPr>
            <p:ph type="title"/>
          </p:nvPr>
        </p:nvSpPr>
        <p:spPr>
          <a:xfrm>
            <a:off x="841248" y="548640"/>
            <a:ext cx="3600860" cy="5431536"/>
          </a:xfrm>
        </p:spPr>
        <p:txBody>
          <a:bodyPr>
            <a:normAutofit/>
          </a:bodyPr>
          <a:lstStyle/>
          <a:p>
            <a:r>
              <a:rPr lang="en-US" sz="5400" dirty="0"/>
              <a:t>Integration </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F7D50B-BDCF-E5E5-FFD2-95985843A7F4}"/>
              </a:ext>
            </a:extLst>
          </p:cNvPr>
          <p:cNvSpPr>
            <a:spLocks noGrp="1"/>
          </p:cNvSpPr>
          <p:nvPr>
            <p:ph idx="1"/>
          </p:nvPr>
        </p:nvSpPr>
        <p:spPr>
          <a:xfrm>
            <a:off x="5126418" y="552091"/>
            <a:ext cx="6224335" cy="5431536"/>
          </a:xfrm>
        </p:spPr>
        <p:txBody>
          <a:bodyPr anchor="ctr">
            <a:normAutofit/>
          </a:bodyPr>
          <a:lstStyle/>
          <a:p>
            <a:r>
              <a:rPr lang="en-US" sz="2200" dirty="0"/>
              <a:t>To get the all system together the MongoDB records shared identifiers that match with primary keys. Then using frontend application to pull trip information from oracle database and stich this to MongoDB providing optimized experienced to the users.</a:t>
            </a:r>
          </a:p>
        </p:txBody>
      </p:sp>
    </p:spTree>
    <p:extLst>
      <p:ext uri="{BB962C8B-B14F-4D97-AF65-F5344CB8AC3E}">
        <p14:creationId xmlns:p14="http://schemas.microsoft.com/office/powerpoint/2010/main" val="3308313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5A1BE2-F1EC-1016-EEC9-E8271B9EF456}"/>
              </a:ext>
            </a:extLst>
          </p:cNvPr>
          <p:cNvSpPr>
            <a:spLocks noGrp="1"/>
          </p:cNvSpPr>
          <p:nvPr>
            <p:ph type="title"/>
          </p:nvPr>
        </p:nvSpPr>
        <p:spPr>
          <a:xfrm>
            <a:off x="841248" y="256032"/>
            <a:ext cx="10506456" cy="1014984"/>
          </a:xfrm>
        </p:spPr>
        <p:txBody>
          <a:bodyPr anchor="b">
            <a:normAutofit/>
          </a:bodyPr>
          <a:lstStyle/>
          <a:p>
            <a:r>
              <a:rPr lang="en-US" dirty="0"/>
              <a:t>Conclusion</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FE2A896-0FE8-456E-CCED-1D454737D982}"/>
              </a:ext>
            </a:extLst>
          </p:cNvPr>
          <p:cNvGraphicFramePr>
            <a:graphicFrameLocks noGrp="1"/>
          </p:cNvGraphicFramePr>
          <p:nvPr>
            <p:ph idx="1"/>
            <p:extLst>
              <p:ext uri="{D42A27DB-BD31-4B8C-83A1-F6EECF244321}">
                <p14:modId xmlns:p14="http://schemas.microsoft.com/office/powerpoint/2010/main" val="3406769164"/>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5090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F12E7CC5-C78B-4EBD-9565-3FA00FAA6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Smiling Face with No Fill">
            <a:extLst>
              <a:ext uri="{FF2B5EF4-FFF2-40B4-BE49-F238E27FC236}">
                <a16:creationId xmlns:a16="http://schemas.microsoft.com/office/drawing/2014/main" id="{C34CCD7F-3517-439A-A306-61E6E929FB0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64988" y="1744515"/>
            <a:ext cx="3368969" cy="3368969"/>
          </a:xfrm>
          <a:prstGeom prst="rect">
            <a:avLst/>
          </a:prstGeom>
        </p:spPr>
      </p:pic>
      <p:sp>
        <p:nvSpPr>
          <p:cNvPr id="23" name="Freeform: Shape 22">
            <a:extLst>
              <a:ext uri="{FF2B5EF4-FFF2-40B4-BE49-F238E27FC236}">
                <a16:creationId xmlns:a16="http://schemas.microsoft.com/office/drawing/2014/main" id="{3A4529A5-F675-429F-8044-01372BB134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97E72C44-EE84-397E-72A1-1CE397C1B7B4}"/>
              </a:ext>
            </a:extLst>
          </p:cNvPr>
          <p:cNvSpPr>
            <a:spLocks noGrp="1"/>
          </p:cNvSpPr>
          <p:nvPr>
            <p:ph type="title"/>
          </p:nvPr>
        </p:nvSpPr>
        <p:spPr>
          <a:xfrm>
            <a:off x="5622061" y="762538"/>
            <a:ext cx="5649349" cy="3199862"/>
          </a:xfrm>
        </p:spPr>
        <p:txBody>
          <a:bodyPr vert="horz" lIns="91440" tIns="45720" rIns="91440" bIns="45720" rtlCol="0" anchor="b">
            <a:normAutofit/>
          </a:bodyPr>
          <a:lstStyle/>
          <a:p>
            <a:r>
              <a:rPr lang="en-US" sz="6600" kern="1200" dirty="0">
                <a:solidFill>
                  <a:srgbClr val="FFFFFF"/>
                </a:solidFill>
                <a:latin typeface="+mj-lt"/>
                <a:ea typeface="+mj-ea"/>
                <a:cs typeface="+mj-cs"/>
              </a:rPr>
              <a:t>Thank you</a:t>
            </a:r>
          </a:p>
        </p:txBody>
      </p:sp>
      <p:sp>
        <p:nvSpPr>
          <p:cNvPr id="25" name="sketch line">
            <a:extLst>
              <a:ext uri="{FF2B5EF4-FFF2-40B4-BE49-F238E27FC236}">
                <a16:creationId xmlns:a16="http://schemas.microsoft.com/office/drawing/2014/main" id="{63DAB858-5A0C-4AFF-AAC6-705EDF8DB7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17682" y="4043302"/>
            <a:ext cx="5303520" cy="18288"/>
          </a:xfrm>
          <a:custGeom>
            <a:avLst/>
            <a:gdLst>
              <a:gd name="csX0" fmla="*/ 0 w 5303520"/>
              <a:gd name="csY0" fmla="*/ 0 h 18288"/>
              <a:gd name="csX1" fmla="*/ 556870 w 5303520"/>
              <a:gd name="csY1" fmla="*/ 0 h 18288"/>
              <a:gd name="csX2" fmla="*/ 1272845 w 5303520"/>
              <a:gd name="csY2" fmla="*/ 0 h 18288"/>
              <a:gd name="csX3" fmla="*/ 1882750 w 5303520"/>
              <a:gd name="csY3" fmla="*/ 0 h 18288"/>
              <a:gd name="csX4" fmla="*/ 2439619 w 5303520"/>
              <a:gd name="csY4" fmla="*/ 0 h 18288"/>
              <a:gd name="csX5" fmla="*/ 3155594 w 5303520"/>
              <a:gd name="csY5" fmla="*/ 0 h 18288"/>
              <a:gd name="csX6" fmla="*/ 3818534 w 5303520"/>
              <a:gd name="csY6" fmla="*/ 0 h 18288"/>
              <a:gd name="csX7" fmla="*/ 4481474 w 5303520"/>
              <a:gd name="csY7" fmla="*/ 0 h 18288"/>
              <a:gd name="csX8" fmla="*/ 5303520 w 5303520"/>
              <a:gd name="csY8" fmla="*/ 0 h 18288"/>
              <a:gd name="csX9" fmla="*/ 5303520 w 5303520"/>
              <a:gd name="csY9" fmla="*/ 18288 h 18288"/>
              <a:gd name="csX10" fmla="*/ 4746650 w 5303520"/>
              <a:gd name="csY10" fmla="*/ 18288 h 18288"/>
              <a:gd name="csX11" fmla="*/ 4242816 w 5303520"/>
              <a:gd name="csY11" fmla="*/ 18288 h 18288"/>
              <a:gd name="csX12" fmla="*/ 3526841 w 5303520"/>
              <a:gd name="csY12" fmla="*/ 18288 h 18288"/>
              <a:gd name="csX13" fmla="*/ 2969971 w 5303520"/>
              <a:gd name="csY13" fmla="*/ 18288 h 18288"/>
              <a:gd name="csX14" fmla="*/ 2253996 w 5303520"/>
              <a:gd name="csY14" fmla="*/ 18288 h 18288"/>
              <a:gd name="csX15" fmla="*/ 1484986 w 5303520"/>
              <a:gd name="csY15" fmla="*/ 18288 h 18288"/>
              <a:gd name="csX16" fmla="*/ 875081 w 5303520"/>
              <a:gd name="csY16" fmla="*/ 18288 h 18288"/>
              <a:gd name="csX17" fmla="*/ 0 w 5303520"/>
              <a:gd name="csY17" fmla="*/ 18288 h 18288"/>
              <a:gd name="csX18" fmla="*/ 0 w 530352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stroke="0"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41275"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1008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F1B6482A-A908-4E07-BA1E-BACE94D6B175}">
  <we:reference id="wa200005669" version="2.0.0.0" store="en-US" storeType="OMEX"/>
  <we:alternateReferences>
    <we:reference id="WA200005669" version="2.0.0.0" store=""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68E6EE85-14DF-41CA-9B88-AA451A36F42D}">
  <we:reference id="wa200005566" version="3.0.0.3" store="en-US" storeType="OMEX"/>
  <we:alternateReferences>
    <we:reference id="WA200005566" version="3.0.0.3"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420</TotalTime>
  <Words>627</Words>
  <Application>Microsoft Office PowerPoint</Application>
  <PresentationFormat>Widescreen</PresentationFormat>
  <Paragraphs>66</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Calibri</vt:lpstr>
      <vt:lpstr>Office Theme</vt:lpstr>
      <vt:lpstr>Data Management 2 Course Work Presentation</vt:lpstr>
      <vt:lpstr>Problem and Objectives</vt:lpstr>
      <vt:lpstr>The problem</vt:lpstr>
      <vt:lpstr>The objective </vt:lpstr>
      <vt:lpstr>System requirements </vt:lpstr>
      <vt:lpstr>   EER</vt:lpstr>
      <vt:lpstr>PowerPoint Presentation</vt:lpstr>
      <vt:lpstr>Oracle implementation</vt:lpstr>
      <vt:lpstr>Automated logical backups are configured using Oracle Data Pump</vt:lpstr>
      <vt:lpstr>PL SQL Business Logic</vt:lpstr>
      <vt:lpstr>Procedures</vt:lpstr>
      <vt:lpstr>Triggers</vt:lpstr>
      <vt:lpstr>Cursors</vt:lpstr>
      <vt:lpstr>Hybrid architecture </vt:lpstr>
      <vt:lpstr>MongoDB Queries</vt:lpstr>
      <vt:lpstr>This helps to read thousands of comments instantly  without manually reading it all and this this helps management team to get a clear idea about the business showing their best drivers and which vehicles perform best </vt:lpstr>
      <vt:lpstr>Integration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Huwin Fernanado</dc:creator>
  <cp:lastModifiedBy>Huwin Fernanado</cp:lastModifiedBy>
  <cp:revision>11</cp:revision>
  <dcterms:created xsi:type="dcterms:W3CDTF">2026-10-11T13:39:24Z</dcterms:created>
  <dcterms:modified xsi:type="dcterms:W3CDTF">2026-10-12T11:50:42Z</dcterms:modified>
</cp:coreProperties>
</file>